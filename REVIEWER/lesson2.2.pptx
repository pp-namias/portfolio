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88" r:id="rId4"/>
    <p:sldId id="289" r:id="rId5"/>
    <p:sldId id="298" r:id="rId6"/>
    <p:sldId id="290" r:id="rId7"/>
    <p:sldId id="291" r:id="rId8"/>
    <p:sldId id="299" r:id="rId9"/>
    <p:sldId id="278" r:id="rId10"/>
    <p:sldId id="279" r:id="rId11"/>
    <p:sldId id="280" r:id="rId12"/>
    <p:sldId id="281" r:id="rId13"/>
    <p:sldId id="282" r:id="rId14"/>
    <p:sldId id="283" r:id="rId15"/>
    <p:sldId id="284" r:id="rId16"/>
    <p:sldId id="285" r:id="rId17"/>
    <p:sldId id="286" r:id="rId18"/>
    <p:sldId id="287" r:id="rId19"/>
    <p:sldId id="292" r:id="rId20"/>
    <p:sldId id="293" r:id="rId21"/>
    <p:sldId id="294" r:id="rId22"/>
    <p:sldId id="295" r:id="rId23"/>
    <p:sldId id="296" r:id="rId24"/>
    <p:sldId id="297" r:id="rId25"/>
  </p:sldIdLst>
  <p:sldSz cx="12192000" cy="6858000"/>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88065" autoAdjust="0"/>
  </p:normalViewPr>
  <p:slideViewPr>
    <p:cSldViewPr snapToGrid="0">
      <p:cViewPr varScale="1">
        <p:scale>
          <a:sx n="61" d="100"/>
          <a:sy n="61" d="100"/>
        </p:scale>
        <p:origin x="102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62F95A0-AA61-413D-82B9-5AD988E50BD1}"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7A56797B-8FB0-4431-BF8A-45D89D698798}">
      <dgm:prSet/>
      <dgm:spPr/>
      <dgm:t>
        <a:bodyPr/>
        <a:lstStyle/>
        <a:p>
          <a:pPr>
            <a:defRPr cap="all"/>
          </a:pPr>
          <a:r>
            <a:rPr lang="en-US"/>
            <a:t>General Netiquette</a:t>
          </a:r>
        </a:p>
      </dgm:t>
    </dgm:pt>
    <dgm:pt modelId="{89A7F01B-46C0-4D60-8110-DC97D8EF955C}" type="parTrans" cxnId="{591FB54F-6A76-4DF1-944E-DA6FABDBF3DF}">
      <dgm:prSet/>
      <dgm:spPr/>
      <dgm:t>
        <a:bodyPr/>
        <a:lstStyle/>
        <a:p>
          <a:endParaRPr lang="en-US"/>
        </a:p>
      </dgm:t>
    </dgm:pt>
    <dgm:pt modelId="{EB77BD11-2D87-4829-BB51-6221906C51D4}" type="sibTrans" cxnId="{591FB54F-6A76-4DF1-944E-DA6FABDBF3DF}">
      <dgm:prSet/>
      <dgm:spPr/>
      <dgm:t>
        <a:bodyPr/>
        <a:lstStyle/>
        <a:p>
          <a:endParaRPr lang="en-US"/>
        </a:p>
      </dgm:t>
    </dgm:pt>
    <dgm:pt modelId="{156A448A-3F35-4BEA-82BD-7338145E3703}">
      <dgm:prSet/>
      <dgm:spPr/>
      <dgm:t>
        <a:bodyPr/>
        <a:lstStyle/>
        <a:p>
          <a:pPr>
            <a:defRPr cap="all"/>
          </a:pPr>
          <a:r>
            <a:rPr lang="en-US"/>
            <a:t>Netiquette in Online Education </a:t>
          </a:r>
        </a:p>
      </dgm:t>
    </dgm:pt>
    <dgm:pt modelId="{7AA6647F-CD1F-409B-ABC7-A88319E6AA8B}" type="parTrans" cxnId="{90561F65-808E-45D2-BDEF-A7E3113E7685}">
      <dgm:prSet/>
      <dgm:spPr/>
      <dgm:t>
        <a:bodyPr/>
        <a:lstStyle/>
        <a:p>
          <a:endParaRPr lang="en-US"/>
        </a:p>
      </dgm:t>
    </dgm:pt>
    <dgm:pt modelId="{0DA2BF9A-48A4-41F7-99E7-4AD457D6D09C}" type="sibTrans" cxnId="{90561F65-808E-45D2-BDEF-A7E3113E7685}">
      <dgm:prSet/>
      <dgm:spPr/>
      <dgm:t>
        <a:bodyPr/>
        <a:lstStyle/>
        <a:p>
          <a:endParaRPr lang="en-US"/>
        </a:p>
      </dgm:t>
    </dgm:pt>
    <dgm:pt modelId="{FCBF765E-D65C-4686-A434-1C9FC4D1F24A}">
      <dgm:prSet/>
      <dgm:spPr/>
      <dgm:t>
        <a:bodyPr/>
        <a:lstStyle/>
        <a:p>
          <a:pPr>
            <a:defRPr cap="all"/>
          </a:pPr>
          <a:r>
            <a:rPr lang="en-US"/>
            <a:t>Importance of Netiquette for Virtual Employees</a:t>
          </a:r>
        </a:p>
      </dgm:t>
    </dgm:pt>
    <dgm:pt modelId="{9722293B-F3AE-43EA-B59E-FBA784239AC4}" type="parTrans" cxnId="{C98BF4DB-3B71-4DA1-8A73-1EEBC3BD4275}">
      <dgm:prSet/>
      <dgm:spPr/>
      <dgm:t>
        <a:bodyPr/>
        <a:lstStyle/>
        <a:p>
          <a:endParaRPr lang="en-US"/>
        </a:p>
      </dgm:t>
    </dgm:pt>
    <dgm:pt modelId="{1B33F520-0974-4F93-8A05-EE61D357B58B}" type="sibTrans" cxnId="{C98BF4DB-3B71-4DA1-8A73-1EEBC3BD4275}">
      <dgm:prSet/>
      <dgm:spPr/>
      <dgm:t>
        <a:bodyPr/>
        <a:lstStyle/>
        <a:p>
          <a:endParaRPr lang="en-US"/>
        </a:p>
      </dgm:t>
    </dgm:pt>
    <dgm:pt modelId="{FD68E9C4-9132-4C1F-8EF5-D5DAEFF25E7E}" type="pres">
      <dgm:prSet presAssocID="{462F95A0-AA61-413D-82B9-5AD988E50BD1}" presName="root" presStyleCnt="0">
        <dgm:presLayoutVars>
          <dgm:dir/>
          <dgm:resizeHandles val="exact"/>
        </dgm:presLayoutVars>
      </dgm:prSet>
      <dgm:spPr/>
    </dgm:pt>
    <dgm:pt modelId="{C1500F17-7794-461F-AEF7-EB1F8C136F97}" type="pres">
      <dgm:prSet presAssocID="{7A56797B-8FB0-4431-BF8A-45D89D698798}" presName="compNode" presStyleCnt="0"/>
      <dgm:spPr/>
    </dgm:pt>
    <dgm:pt modelId="{D504300B-F0D9-4689-BD73-3E13B5B5C0FD}" type="pres">
      <dgm:prSet presAssocID="{7A56797B-8FB0-4431-BF8A-45D89D698798}" presName="iconBgRect" presStyleLbl="bgShp" presStyleIdx="0" presStyleCnt="3"/>
      <dgm:spPr/>
    </dgm:pt>
    <dgm:pt modelId="{8E54C03F-0984-4910-9F35-123F541A8EDC}" type="pres">
      <dgm:prSet presAssocID="{7A56797B-8FB0-4431-BF8A-45D89D698798}"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andshake"/>
        </a:ext>
      </dgm:extLst>
    </dgm:pt>
    <dgm:pt modelId="{0CD69CAE-0F89-4353-9AD5-08E4E2E7D4C9}" type="pres">
      <dgm:prSet presAssocID="{7A56797B-8FB0-4431-BF8A-45D89D698798}" presName="spaceRect" presStyleCnt="0"/>
      <dgm:spPr/>
    </dgm:pt>
    <dgm:pt modelId="{4F8F032B-D0C8-47EA-8376-7A176853A6C0}" type="pres">
      <dgm:prSet presAssocID="{7A56797B-8FB0-4431-BF8A-45D89D698798}" presName="textRect" presStyleLbl="revTx" presStyleIdx="0" presStyleCnt="3">
        <dgm:presLayoutVars>
          <dgm:chMax val="1"/>
          <dgm:chPref val="1"/>
        </dgm:presLayoutVars>
      </dgm:prSet>
      <dgm:spPr/>
    </dgm:pt>
    <dgm:pt modelId="{2E961836-2641-412A-AFC1-5C4D34BE9C24}" type="pres">
      <dgm:prSet presAssocID="{EB77BD11-2D87-4829-BB51-6221906C51D4}" presName="sibTrans" presStyleCnt="0"/>
      <dgm:spPr/>
    </dgm:pt>
    <dgm:pt modelId="{E02C609C-3D8F-4892-98D1-0062C44CB452}" type="pres">
      <dgm:prSet presAssocID="{156A448A-3F35-4BEA-82BD-7338145E3703}" presName="compNode" presStyleCnt="0"/>
      <dgm:spPr/>
    </dgm:pt>
    <dgm:pt modelId="{149C86BD-C56C-40EE-AA68-2CA509485F3B}" type="pres">
      <dgm:prSet presAssocID="{156A448A-3F35-4BEA-82BD-7338145E3703}" presName="iconBgRect" presStyleLbl="bgShp" presStyleIdx="1" presStyleCnt="3"/>
      <dgm:spPr/>
    </dgm:pt>
    <dgm:pt modelId="{66A5998E-9210-40C9-A828-83EB676B377C}" type="pres">
      <dgm:prSet presAssocID="{156A448A-3F35-4BEA-82BD-7338145E3703}"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aptop"/>
        </a:ext>
      </dgm:extLst>
    </dgm:pt>
    <dgm:pt modelId="{8EF74582-ED8D-46EE-ABA6-8783133F1E36}" type="pres">
      <dgm:prSet presAssocID="{156A448A-3F35-4BEA-82BD-7338145E3703}" presName="spaceRect" presStyleCnt="0"/>
      <dgm:spPr/>
    </dgm:pt>
    <dgm:pt modelId="{1B4E11BE-A9F7-4C6D-AA69-AD90C7930A71}" type="pres">
      <dgm:prSet presAssocID="{156A448A-3F35-4BEA-82BD-7338145E3703}" presName="textRect" presStyleLbl="revTx" presStyleIdx="1" presStyleCnt="3">
        <dgm:presLayoutVars>
          <dgm:chMax val="1"/>
          <dgm:chPref val="1"/>
        </dgm:presLayoutVars>
      </dgm:prSet>
      <dgm:spPr/>
    </dgm:pt>
    <dgm:pt modelId="{B49A4D0B-BFF2-46E7-8DA9-F89501B68178}" type="pres">
      <dgm:prSet presAssocID="{0DA2BF9A-48A4-41F7-99E7-4AD457D6D09C}" presName="sibTrans" presStyleCnt="0"/>
      <dgm:spPr/>
    </dgm:pt>
    <dgm:pt modelId="{27F3C72D-67F8-4157-9492-B520440E797B}" type="pres">
      <dgm:prSet presAssocID="{FCBF765E-D65C-4686-A434-1C9FC4D1F24A}" presName="compNode" presStyleCnt="0"/>
      <dgm:spPr/>
    </dgm:pt>
    <dgm:pt modelId="{9412F82F-BC14-4014-BAD3-37630A2FFCB2}" type="pres">
      <dgm:prSet presAssocID="{FCBF765E-D65C-4686-A434-1C9FC4D1F24A}" presName="iconBgRect" presStyleLbl="bgShp" presStyleIdx="2" presStyleCnt="3"/>
      <dgm:spPr/>
    </dgm:pt>
    <dgm:pt modelId="{3D82256A-49B7-4A2D-AA34-667B311571F1}" type="pres">
      <dgm:prSet presAssocID="{FCBF765E-D65C-4686-A434-1C9FC4D1F24A}"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sers"/>
        </a:ext>
      </dgm:extLst>
    </dgm:pt>
    <dgm:pt modelId="{173A1EB9-6707-4FA3-A5DF-132674274211}" type="pres">
      <dgm:prSet presAssocID="{FCBF765E-D65C-4686-A434-1C9FC4D1F24A}" presName="spaceRect" presStyleCnt="0"/>
      <dgm:spPr/>
    </dgm:pt>
    <dgm:pt modelId="{2EA59B5A-D6A2-451D-8940-A2F798484242}" type="pres">
      <dgm:prSet presAssocID="{FCBF765E-D65C-4686-A434-1C9FC4D1F24A}" presName="textRect" presStyleLbl="revTx" presStyleIdx="2" presStyleCnt="3">
        <dgm:presLayoutVars>
          <dgm:chMax val="1"/>
          <dgm:chPref val="1"/>
        </dgm:presLayoutVars>
      </dgm:prSet>
      <dgm:spPr/>
    </dgm:pt>
  </dgm:ptLst>
  <dgm:cxnLst>
    <dgm:cxn modelId="{5D22E219-8C4B-40FB-9010-52863C9FD09B}" type="presOf" srcId="{FCBF765E-D65C-4686-A434-1C9FC4D1F24A}" destId="{2EA59B5A-D6A2-451D-8940-A2F798484242}" srcOrd="0" destOrd="0" presId="urn:microsoft.com/office/officeart/2018/5/layout/IconCircleLabelList"/>
    <dgm:cxn modelId="{90561F65-808E-45D2-BDEF-A7E3113E7685}" srcId="{462F95A0-AA61-413D-82B9-5AD988E50BD1}" destId="{156A448A-3F35-4BEA-82BD-7338145E3703}" srcOrd="1" destOrd="0" parTransId="{7AA6647F-CD1F-409B-ABC7-A88319E6AA8B}" sibTransId="{0DA2BF9A-48A4-41F7-99E7-4AD457D6D09C}"/>
    <dgm:cxn modelId="{591FB54F-6A76-4DF1-944E-DA6FABDBF3DF}" srcId="{462F95A0-AA61-413D-82B9-5AD988E50BD1}" destId="{7A56797B-8FB0-4431-BF8A-45D89D698798}" srcOrd="0" destOrd="0" parTransId="{89A7F01B-46C0-4D60-8110-DC97D8EF955C}" sibTransId="{EB77BD11-2D87-4829-BB51-6221906C51D4}"/>
    <dgm:cxn modelId="{82851D57-DD63-48C9-92A4-F61E008F7E5B}" type="presOf" srcId="{7A56797B-8FB0-4431-BF8A-45D89D698798}" destId="{4F8F032B-D0C8-47EA-8376-7A176853A6C0}" srcOrd="0" destOrd="0" presId="urn:microsoft.com/office/officeart/2018/5/layout/IconCircleLabelList"/>
    <dgm:cxn modelId="{0101847E-8BD1-41D1-BE92-6400444C2743}" type="presOf" srcId="{156A448A-3F35-4BEA-82BD-7338145E3703}" destId="{1B4E11BE-A9F7-4C6D-AA69-AD90C7930A71}" srcOrd="0" destOrd="0" presId="urn:microsoft.com/office/officeart/2018/5/layout/IconCircleLabelList"/>
    <dgm:cxn modelId="{D1C8E9AD-D08D-44DC-9950-81C78BEF9469}" type="presOf" srcId="{462F95A0-AA61-413D-82B9-5AD988E50BD1}" destId="{FD68E9C4-9132-4C1F-8EF5-D5DAEFF25E7E}" srcOrd="0" destOrd="0" presId="urn:microsoft.com/office/officeart/2018/5/layout/IconCircleLabelList"/>
    <dgm:cxn modelId="{C98BF4DB-3B71-4DA1-8A73-1EEBC3BD4275}" srcId="{462F95A0-AA61-413D-82B9-5AD988E50BD1}" destId="{FCBF765E-D65C-4686-A434-1C9FC4D1F24A}" srcOrd="2" destOrd="0" parTransId="{9722293B-F3AE-43EA-B59E-FBA784239AC4}" sibTransId="{1B33F520-0974-4F93-8A05-EE61D357B58B}"/>
    <dgm:cxn modelId="{C97E0BBB-B40E-4326-B86B-308DEE49F581}" type="presParOf" srcId="{FD68E9C4-9132-4C1F-8EF5-D5DAEFF25E7E}" destId="{C1500F17-7794-461F-AEF7-EB1F8C136F97}" srcOrd="0" destOrd="0" presId="urn:microsoft.com/office/officeart/2018/5/layout/IconCircleLabelList"/>
    <dgm:cxn modelId="{C3779188-015A-4AF2-AE00-270C0FCE48B0}" type="presParOf" srcId="{C1500F17-7794-461F-AEF7-EB1F8C136F97}" destId="{D504300B-F0D9-4689-BD73-3E13B5B5C0FD}" srcOrd="0" destOrd="0" presId="urn:microsoft.com/office/officeart/2018/5/layout/IconCircleLabelList"/>
    <dgm:cxn modelId="{35FD46AE-9993-4FAA-994C-5639E019F946}" type="presParOf" srcId="{C1500F17-7794-461F-AEF7-EB1F8C136F97}" destId="{8E54C03F-0984-4910-9F35-123F541A8EDC}" srcOrd="1" destOrd="0" presId="urn:microsoft.com/office/officeart/2018/5/layout/IconCircleLabelList"/>
    <dgm:cxn modelId="{57B65287-2E50-4445-9FE8-3140C5DB7B2A}" type="presParOf" srcId="{C1500F17-7794-461F-AEF7-EB1F8C136F97}" destId="{0CD69CAE-0F89-4353-9AD5-08E4E2E7D4C9}" srcOrd="2" destOrd="0" presId="urn:microsoft.com/office/officeart/2018/5/layout/IconCircleLabelList"/>
    <dgm:cxn modelId="{DE419B8B-8E89-4EF5-B0DD-2F1E5E8C5439}" type="presParOf" srcId="{C1500F17-7794-461F-AEF7-EB1F8C136F97}" destId="{4F8F032B-D0C8-47EA-8376-7A176853A6C0}" srcOrd="3" destOrd="0" presId="urn:microsoft.com/office/officeart/2018/5/layout/IconCircleLabelList"/>
    <dgm:cxn modelId="{D91D06E0-1141-4A26-A704-E2AF64E69769}" type="presParOf" srcId="{FD68E9C4-9132-4C1F-8EF5-D5DAEFF25E7E}" destId="{2E961836-2641-412A-AFC1-5C4D34BE9C24}" srcOrd="1" destOrd="0" presId="urn:microsoft.com/office/officeart/2018/5/layout/IconCircleLabelList"/>
    <dgm:cxn modelId="{C0E4E65F-F12D-4AFE-9D2C-9ECCF6595366}" type="presParOf" srcId="{FD68E9C4-9132-4C1F-8EF5-D5DAEFF25E7E}" destId="{E02C609C-3D8F-4892-98D1-0062C44CB452}" srcOrd="2" destOrd="0" presId="urn:microsoft.com/office/officeart/2018/5/layout/IconCircleLabelList"/>
    <dgm:cxn modelId="{159F0A31-AD64-48F4-B879-CD4B87EA6B65}" type="presParOf" srcId="{E02C609C-3D8F-4892-98D1-0062C44CB452}" destId="{149C86BD-C56C-40EE-AA68-2CA509485F3B}" srcOrd="0" destOrd="0" presId="urn:microsoft.com/office/officeart/2018/5/layout/IconCircleLabelList"/>
    <dgm:cxn modelId="{0018A1DC-979F-4F44-AD9C-EFE529682520}" type="presParOf" srcId="{E02C609C-3D8F-4892-98D1-0062C44CB452}" destId="{66A5998E-9210-40C9-A828-83EB676B377C}" srcOrd="1" destOrd="0" presId="urn:microsoft.com/office/officeart/2018/5/layout/IconCircleLabelList"/>
    <dgm:cxn modelId="{49C1D914-A868-4C21-A332-3AE4892D342C}" type="presParOf" srcId="{E02C609C-3D8F-4892-98D1-0062C44CB452}" destId="{8EF74582-ED8D-46EE-ABA6-8783133F1E36}" srcOrd="2" destOrd="0" presId="urn:microsoft.com/office/officeart/2018/5/layout/IconCircleLabelList"/>
    <dgm:cxn modelId="{86C38434-9CDF-4BF4-BD3C-4160F431AADA}" type="presParOf" srcId="{E02C609C-3D8F-4892-98D1-0062C44CB452}" destId="{1B4E11BE-A9F7-4C6D-AA69-AD90C7930A71}" srcOrd="3" destOrd="0" presId="urn:microsoft.com/office/officeart/2018/5/layout/IconCircleLabelList"/>
    <dgm:cxn modelId="{F77F1304-3392-4BCE-AECF-F50E2F535543}" type="presParOf" srcId="{FD68E9C4-9132-4C1F-8EF5-D5DAEFF25E7E}" destId="{B49A4D0B-BFF2-46E7-8DA9-F89501B68178}" srcOrd="3" destOrd="0" presId="urn:microsoft.com/office/officeart/2018/5/layout/IconCircleLabelList"/>
    <dgm:cxn modelId="{BA29CAA3-F1CF-4B54-9515-C8EEBE8ECA39}" type="presParOf" srcId="{FD68E9C4-9132-4C1F-8EF5-D5DAEFF25E7E}" destId="{27F3C72D-67F8-4157-9492-B520440E797B}" srcOrd="4" destOrd="0" presId="urn:microsoft.com/office/officeart/2018/5/layout/IconCircleLabelList"/>
    <dgm:cxn modelId="{40E5FBA1-1211-465C-970A-079DE7C4EADC}" type="presParOf" srcId="{27F3C72D-67F8-4157-9492-B520440E797B}" destId="{9412F82F-BC14-4014-BAD3-37630A2FFCB2}" srcOrd="0" destOrd="0" presId="urn:microsoft.com/office/officeart/2018/5/layout/IconCircleLabelList"/>
    <dgm:cxn modelId="{C237596A-7E1D-4ACB-B736-08483538BB59}" type="presParOf" srcId="{27F3C72D-67F8-4157-9492-B520440E797B}" destId="{3D82256A-49B7-4A2D-AA34-667B311571F1}" srcOrd="1" destOrd="0" presId="urn:microsoft.com/office/officeart/2018/5/layout/IconCircleLabelList"/>
    <dgm:cxn modelId="{1A919DE9-3EE8-4AB2-AE3C-9585B62731B3}" type="presParOf" srcId="{27F3C72D-67F8-4157-9492-B520440E797B}" destId="{173A1EB9-6707-4FA3-A5DF-132674274211}" srcOrd="2" destOrd="0" presId="urn:microsoft.com/office/officeart/2018/5/layout/IconCircleLabelList"/>
    <dgm:cxn modelId="{8B730B40-F04B-4BFF-B3CE-F2158A020431}" type="presParOf" srcId="{27F3C72D-67F8-4157-9492-B520440E797B}" destId="{2EA59B5A-D6A2-451D-8940-A2F798484242}"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58BD5BF-1A6E-4B13-B73A-9110B84467EA}"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B7F615D8-12CD-489C-9C08-357F9FEC7D10}">
      <dgm:prSet/>
      <dgm:spPr/>
      <dgm:t>
        <a:bodyPr/>
        <a:lstStyle/>
        <a:p>
          <a:r>
            <a:rPr lang="en-US" b="0" i="0"/>
            <a:t>We create personal pages, post messages, and interact via mediated technologies as a normal part of our careers, but how we conduct ourselves can leave a lasting image, literally. </a:t>
          </a:r>
          <a:endParaRPr lang="en-US"/>
        </a:p>
      </dgm:t>
    </dgm:pt>
    <dgm:pt modelId="{A9C4D6FE-B558-4CA7-84FC-CF5FE6A0B79E}" type="parTrans" cxnId="{DDEFA432-AF99-4D46-ADE9-09A82FAFF89C}">
      <dgm:prSet/>
      <dgm:spPr/>
      <dgm:t>
        <a:bodyPr/>
        <a:lstStyle/>
        <a:p>
          <a:endParaRPr lang="en-US"/>
        </a:p>
      </dgm:t>
    </dgm:pt>
    <dgm:pt modelId="{00F41AC2-A30D-4DDE-82DF-FB819F128170}" type="sibTrans" cxnId="{DDEFA432-AF99-4D46-ADE9-09A82FAFF89C}">
      <dgm:prSet/>
      <dgm:spPr/>
      <dgm:t>
        <a:bodyPr/>
        <a:lstStyle/>
        <a:p>
          <a:endParaRPr lang="en-US"/>
        </a:p>
      </dgm:t>
    </dgm:pt>
    <dgm:pt modelId="{3D5D8A80-4472-4C51-B8D8-2019191CD97A}">
      <dgm:prSet/>
      <dgm:spPr/>
      <dgm:t>
        <a:bodyPr/>
        <a:lstStyle/>
        <a:p>
          <a:r>
            <a:rPr lang="en-US" b="0" i="0"/>
            <a:t>The photograph you posted on your social media account may have been seen by your potential employer, or that nasty remark in a post may come back to haunt you later. </a:t>
          </a:r>
          <a:endParaRPr lang="en-US"/>
        </a:p>
      </dgm:t>
    </dgm:pt>
    <dgm:pt modelId="{D467CE8F-E914-4339-81E6-3641D5B25254}" type="parTrans" cxnId="{CDB22C28-BDF2-49A3-BD0C-2D1FF2CAB5D2}">
      <dgm:prSet/>
      <dgm:spPr/>
      <dgm:t>
        <a:bodyPr/>
        <a:lstStyle/>
        <a:p>
          <a:endParaRPr lang="en-US"/>
        </a:p>
      </dgm:t>
    </dgm:pt>
    <dgm:pt modelId="{9A559568-4DBE-4C2F-B9F6-206712898062}" type="sibTrans" cxnId="{CDB22C28-BDF2-49A3-BD0C-2D1FF2CAB5D2}">
      <dgm:prSet/>
      <dgm:spPr/>
      <dgm:t>
        <a:bodyPr/>
        <a:lstStyle/>
        <a:p>
          <a:endParaRPr lang="en-US"/>
        </a:p>
      </dgm:t>
    </dgm:pt>
    <dgm:pt modelId="{674C72E8-05A0-464C-A051-707DE96376AF}">
      <dgm:prSet/>
      <dgm:spPr/>
      <dgm:t>
        <a:bodyPr/>
        <a:lstStyle/>
        <a:p>
          <a:r>
            <a:rPr lang="en-US" b="0" i="0"/>
            <a:t>Some fifteen years ago, when the Internet was a new phenomenon, Virginia Shea laid out a series of ground rules for communication online that continue to serve us today.</a:t>
          </a:r>
          <a:endParaRPr lang="en-US"/>
        </a:p>
      </dgm:t>
    </dgm:pt>
    <dgm:pt modelId="{570499B0-C5D4-41E3-8386-EDCDA479FE13}" type="parTrans" cxnId="{AC930A3B-6D82-48BC-9D65-4C9EB91B3B3D}">
      <dgm:prSet/>
      <dgm:spPr/>
      <dgm:t>
        <a:bodyPr/>
        <a:lstStyle/>
        <a:p>
          <a:endParaRPr lang="en-US"/>
        </a:p>
      </dgm:t>
    </dgm:pt>
    <dgm:pt modelId="{8E4C2401-847A-42A5-853D-72D68FD2B094}" type="sibTrans" cxnId="{AC930A3B-6D82-48BC-9D65-4C9EB91B3B3D}">
      <dgm:prSet/>
      <dgm:spPr/>
      <dgm:t>
        <a:bodyPr/>
        <a:lstStyle/>
        <a:p>
          <a:endParaRPr lang="en-US"/>
        </a:p>
      </dgm:t>
    </dgm:pt>
    <dgm:pt modelId="{A947615C-8EC5-4C87-B3E1-ABB7E1F509EB}" type="pres">
      <dgm:prSet presAssocID="{358BD5BF-1A6E-4B13-B73A-9110B84467EA}" presName="linear" presStyleCnt="0">
        <dgm:presLayoutVars>
          <dgm:animLvl val="lvl"/>
          <dgm:resizeHandles val="exact"/>
        </dgm:presLayoutVars>
      </dgm:prSet>
      <dgm:spPr/>
    </dgm:pt>
    <dgm:pt modelId="{D042C6E0-2307-4B79-A73E-4499D2CB2A4F}" type="pres">
      <dgm:prSet presAssocID="{B7F615D8-12CD-489C-9C08-357F9FEC7D10}" presName="parentText" presStyleLbl="node1" presStyleIdx="0" presStyleCnt="3">
        <dgm:presLayoutVars>
          <dgm:chMax val="0"/>
          <dgm:bulletEnabled val="1"/>
        </dgm:presLayoutVars>
      </dgm:prSet>
      <dgm:spPr/>
    </dgm:pt>
    <dgm:pt modelId="{88B0DE02-DBCC-4F22-84F7-F70067371C28}" type="pres">
      <dgm:prSet presAssocID="{00F41AC2-A30D-4DDE-82DF-FB819F128170}" presName="spacer" presStyleCnt="0"/>
      <dgm:spPr/>
    </dgm:pt>
    <dgm:pt modelId="{76ABBBF9-9045-44C0-B115-5D85C804CFCF}" type="pres">
      <dgm:prSet presAssocID="{3D5D8A80-4472-4C51-B8D8-2019191CD97A}" presName="parentText" presStyleLbl="node1" presStyleIdx="1" presStyleCnt="3">
        <dgm:presLayoutVars>
          <dgm:chMax val="0"/>
          <dgm:bulletEnabled val="1"/>
        </dgm:presLayoutVars>
      </dgm:prSet>
      <dgm:spPr/>
    </dgm:pt>
    <dgm:pt modelId="{7E212C86-D652-451E-901B-EC21AB435FB3}" type="pres">
      <dgm:prSet presAssocID="{9A559568-4DBE-4C2F-B9F6-206712898062}" presName="spacer" presStyleCnt="0"/>
      <dgm:spPr/>
    </dgm:pt>
    <dgm:pt modelId="{DBF6F509-CBC6-4EF4-B9ED-4D88AD742CDF}" type="pres">
      <dgm:prSet presAssocID="{674C72E8-05A0-464C-A051-707DE96376AF}" presName="parentText" presStyleLbl="node1" presStyleIdx="2" presStyleCnt="3">
        <dgm:presLayoutVars>
          <dgm:chMax val="0"/>
          <dgm:bulletEnabled val="1"/>
        </dgm:presLayoutVars>
      </dgm:prSet>
      <dgm:spPr/>
    </dgm:pt>
  </dgm:ptLst>
  <dgm:cxnLst>
    <dgm:cxn modelId="{5ADCC901-94E8-4094-8965-368CF3333D15}" type="presOf" srcId="{674C72E8-05A0-464C-A051-707DE96376AF}" destId="{DBF6F509-CBC6-4EF4-B9ED-4D88AD742CDF}" srcOrd="0" destOrd="0" presId="urn:microsoft.com/office/officeart/2005/8/layout/vList2"/>
    <dgm:cxn modelId="{CDB22C28-BDF2-49A3-BD0C-2D1FF2CAB5D2}" srcId="{358BD5BF-1A6E-4B13-B73A-9110B84467EA}" destId="{3D5D8A80-4472-4C51-B8D8-2019191CD97A}" srcOrd="1" destOrd="0" parTransId="{D467CE8F-E914-4339-81E6-3641D5B25254}" sibTransId="{9A559568-4DBE-4C2F-B9F6-206712898062}"/>
    <dgm:cxn modelId="{60DEF92C-C9F2-4E6D-8A3C-83B2F3DD4B45}" type="presOf" srcId="{3D5D8A80-4472-4C51-B8D8-2019191CD97A}" destId="{76ABBBF9-9045-44C0-B115-5D85C804CFCF}" srcOrd="0" destOrd="0" presId="urn:microsoft.com/office/officeart/2005/8/layout/vList2"/>
    <dgm:cxn modelId="{DDEFA432-AF99-4D46-ADE9-09A82FAFF89C}" srcId="{358BD5BF-1A6E-4B13-B73A-9110B84467EA}" destId="{B7F615D8-12CD-489C-9C08-357F9FEC7D10}" srcOrd="0" destOrd="0" parTransId="{A9C4D6FE-B558-4CA7-84FC-CF5FE6A0B79E}" sibTransId="{00F41AC2-A30D-4DDE-82DF-FB819F128170}"/>
    <dgm:cxn modelId="{AC930A3B-6D82-48BC-9D65-4C9EB91B3B3D}" srcId="{358BD5BF-1A6E-4B13-B73A-9110B84467EA}" destId="{674C72E8-05A0-464C-A051-707DE96376AF}" srcOrd="2" destOrd="0" parTransId="{570499B0-C5D4-41E3-8386-EDCDA479FE13}" sibTransId="{8E4C2401-847A-42A5-853D-72D68FD2B094}"/>
    <dgm:cxn modelId="{43DB4954-523B-4B4F-BCB2-B4C2724368EE}" type="presOf" srcId="{358BD5BF-1A6E-4B13-B73A-9110B84467EA}" destId="{A947615C-8EC5-4C87-B3E1-ABB7E1F509EB}" srcOrd="0" destOrd="0" presId="urn:microsoft.com/office/officeart/2005/8/layout/vList2"/>
    <dgm:cxn modelId="{161B3BD6-9985-4DC5-B43A-A35BF5A5E905}" type="presOf" srcId="{B7F615D8-12CD-489C-9C08-357F9FEC7D10}" destId="{D042C6E0-2307-4B79-A73E-4499D2CB2A4F}" srcOrd="0" destOrd="0" presId="urn:microsoft.com/office/officeart/2005/8/layout/vList2"/>
    <dgm:cxn modelId="{64AA2950-52FF-45A8-AAEC-BB822415D392}" type="presParOf" srcId="{A947615C-8EC5-4C87-B3E1-ABB7E1F509EB}" destId="{D042C6E0-2307-4B79-A73E-4499D2CB2A4F}" srcOrd="0" destOrd="0" presId="urn:microsoft.com/office/officeart/2005/8/layout/vList2"/>
    <dgm:cxn modelId="{131CBBD2-234A-482A-996B-F38E0C4E8C82}" type="presParOf" srcId="{A947615C-8EC5-4C87-B3E1-ABB7E1F509EB}" destId="{88B0DE02-DBCC-4F22-84F7-F70067371C28}" srcOrd="1" destOrd="0" presId="urn:microsoft.com/office/officeart/2005/8/layout/vList2"/>
    <dgm:cxn modelId="{016C74FB-4DDB-4961-B257-C82FE96F9C0D}" type="presParOf" srcId="{A947615C-8EC5-4C87-B3E1-ABB7E1F509EB}" destId="{76ABBBF9-9045-44C0-B115-5D85C804CFCF}" srcOrd="2" destOrd="0" presId="urn:microsoft.com/office/officeart/2005/8/layout/vList2"/>
    <dgm:cxn modelId="{9CBBD3FC-ABFF-4E5E-9327-6CC268B5FA0D}" type="presParOf" srcId="{A947615C-8EC5-4C87-B3E1-ABB7E1F509EB}" destId="{7E212C86-D652-451E-901B-EC21AB435FB3}" srcOrd="3" destOrd="0" presId="urn:microsoft.com/office/officeart/2005/8/layout/vList2"/>
    <dgm:cxn modelId="{AB2B5D1C-C7A1-482D-A7F4-168C49F77B8B}" type="presParOf" srcId="{A947615C-8EC5-4C87-B3E1-ABB7E1F509EB}" destId="{DBF6F509-CBC6-4EF4-B9ED-4D88AD742CDF}"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C2CB3AB-AF41-49FF-8E01-B3A7AE180594}" type="doc">
      <dgm:prSet loTypeId="urn:microsoft.com/office/officeart/2016/7/layout/VerticalSolidActionList" loCatId="List" qsTypeId="urn:microsoft.com/office/officeart/2005/8/quickstyle/simple1" qsCatId="simple" csTypeId="urn:microsoft.com/office/officeart/2005/8/colors/colorful2" csCatId="colorful"/>
      <dgm:spPr/>
      <dgm:t>
        <a:bodyPr/>
        <a:lstStyle/>
        <a:p>
          <a:endParaRPr lang="en-US"/>
        </a:p>
      </dgm:t>
    </dgm:pt>
    <dgm:pt modelId="{90214771-203C-40BB-9214-359F809AE70F}">
      <dgm:prSet/>
      <dgm:spPr/>
      <dgm:t>
        <a:bodyPr/>
        <a:lstStyle/>
        <a:p>
          <a:r>
            <a:rPr lang="en-US"/>
            <a:t>Remember</a:t>
          </a:r>
        </a:p>
      </dgm:t>
    </dgm:pt>
    <dgm:pt modelId="{BBEFC11D-543E-4356-8DB3-70D8B738DFC7}" type="parTrans" cxnId="{5CA7D8E3-8B61-4677-8CBE-BE60BC439AF3}">
      <dgm:prSet/>
      <dgm:spPr/>
      <dgm:t>
        <a:bodyPr/>
        <a:lstStyle/>
        <a:p>
          <a:endParaRPr lang="en-US"/>
        </a:p>
      </dgm:t>
    </dgm:pt>
    <dgm:pt modelId="{768FF4B8-BB6A-4C86-A582-0B6559D732D9}" type="sibTrans" cxnId="{5CA7D8E3-8B61-4677-8CBE-BE60BC439AF3}">
      <dgm:prSet/>
      <dgm:spPr/>
      <dgm:t>
        <a:bodyPr/>
        <a:lstStyle/>
        <a:p>
          <a:endParaRPr lang="en-US"/>
        </a:p>
      </dgm:t>
    </dgm:pt>
    <dgm:pt modelId="{968BEC0E-19E1-46E0-936A-6CDFA5AC4238}">
      <dgm:prSet/>
      <dgm:spPr/>
      <dgm:t>
        <a:bodyPr/>
        <a:lstStyle/>
        <a:p>
          <a:r>
            <a:rPr lang="en-US"/>
            <a:t>Remember the human on the other side of the electronic communication.</a:t>
          </a:r>
        </a:p>
      </dgm:t>
    </dgm:pt>
    <dgm:pt modelId="{9183E8B3-D216-4186-9194-32BC71C93054}" type="parTrans" cxnId="{FFCCFAFE-68FB-4C6B-BB03-936CEEE77702}">
      <dgm:prSet/>
      <dgm:spPr/>
      <dgm:t>
        <a:bodyPr/>
        <a:lstStyle/>
        <a:p>
          <a:endParaRPr lang="en-US"/>
        </a:p>
      </dgm:t>
    </dgm:pt>
    <dgm:pt modelId="{5FC829EB-3F67-4096-87D3-E2419AF9BE15}" type="sibTrans" cxnId="{FFCCFAFE-68FB-4C6B-BB03-936CEEE77702}">
      <dgm:prSet/>
      <dgm:spPr/>
      <dgm:t>
        <a:bodyPr/>
        <a:lstStyle/>
        <a:p>
          <a:endParaRPr lang="en-US"/>
        </a:p>
      </dgm:t>
    </dgm:pt>
    <dgm:pt modelId="{0FD8D525-91AA-4FBE-A582-803C914D36F1}">
      <dgm:prSet/>
      <dgm:spPr/>
      <dgm:t>
        <a:bodyPr/>
        <a:lstStyle/>
        <a:p>
          <a:r>
            <a:rPr lang="en-US"/>
            <a:t>Adhere</a:t>
          </a:r>
        </a:p>
      </dgm:t>
    </dgm:pt>
    <dgm:pt modelId="{A4362CD9-04C6-4856-94A2-A27A0EB22B95}" type="parTrans" cxnId="{CAE16EE7-5F8E-41EA-8C7A-A5F48357AE92}">
      <dgm:prSet/>
      <dgm:spPr/>
      <dgm:t>
        <a:bodyPr/>
        <a:lstStyle/>
        <a:p>
          <a:endParaRPr lang="en-US"/>
        </a:p>
      </dgm:t>
    </dgm:pt>
    <dgm:pt modelId="{14026709-1512-41B6-B29C-DCDBB1065927}" type="sibTrans" cxnId="{CAE16EE7-5F8E-41EA-8C7A-A5F48357AE92}">
      <dgm:prSet/>
      <dgm:spPr/>
      <dgm:t>
        <a:bodyPr/>
        <a:lstStyle/>
        <a:p>
          <a:endParaRPr lang="en-US"/>
        </a:p>
      </dgm:t>
    </dgm:pt>
    <dgm:pt modelId="{A956EF86-B038-4DCB-B452-0B8C32B55328}">
      <dgm:prSet/>
      <dgm:spPr/>
      <dgm:t>
        <a:bodyPr/>
        <a:lstStyle/>
        <a:p>
          <a:r>
            <a:rPr lang="en-US"/>
            <a:t>Adhere to the same standards of behavior online that you follow in real life.</a:t>
          </a:r>
        </a:p>
      </dgm:t>
    </dgm:pt>
    <dgm:pt modelId="{5CF0124A-2D24-428E-947D-2876905AEF5D}" type="parTrans" cxnId="{D35A3C5A-F988-4B15-88C4-DC551BE2C585}">
      <dgm:prSet/>
      <dgm:spPr/>
      <dgm:t>
        <a:bodyPr/>
        <a:lstStyle/>
        <a:p>
          <a:endParaRPr lang="en-US"/>
        </a:p>
      </dgm:t>
    </dgm:pt>
    <dgm:pt modelId="{5A7DE72D-AC6B-4F1A-8BB7-DE96BBB1CB4F}" type="sibTrans" cxnId="{D35A3C5A-F988-4B15-88C4-DC551BE2C585}">
      <dgm:prSet/>
      <dgm:spPr/>
      <dgm:t>
        <a:bodyPr/>
        <a:lstStyle/>
        <a:p>
          <a:endParaRPr lang="en-US"/>
        </a:p>
      </dgm:t>
    </dgm:pt>
    <dgm:pt modelId="{BBC0CCD0-AF6C-45E9-B9F0-EC93BBE01399}">
      <dgm:prSet/>
      <dgm:spPr/>
      <dgm:t>
        <a:bodyPr/>
        <a:lstStyle/>
        <a:p>
          <a:r>
            <a:rPr lang="en-US"/>
            <a:t>Know</a:t>
          </a:r>
        </a:p>
      </dgm:t>
    </dgm:pt>
    <dgm:pt modelId="{C2F36609-D701-41C9-A36C-21BCB2082713}" type="parTrans" cxnId="{B6EFD9CD-149E-4AC8-A06F-1D18637151F5}">
      <dgm:prSet/>
      <dgm:spPr/>
      <dgm:t>
        <a:bodyPr/>
        <a:lstStyle/>
        <a:p>
          <a:endParaRPr lang="en-US"/>
        </a:p>
      </dgm:t>
    </dgm:pt>
    <dgm:pt modelId="{FAC053FC-D070-4E22-9385-4C94930A9752}" type="sibTrans" cxnId="{B6EFD9CD-149E-4AC8-A06F-1D18637151F5}">
      <dgm:prSet/>
      <dgm:spPr/>
      <dgm:t>
        <a:bodyPr/>
        <a:lstStyle/>
        <a:p>
          <a:endParaRPr lang="en-US"/>
        </a:p>
      </dgm:t>
    </dgm:pt>
    <dgm:pt modelId="{34C6618B-C318-49D2-BEBA-A8C823607C68}">
      <dgm:prSet/>
      <dgm:spPr/>
      <dgm:t>
        <a:bodyPr/>
        <a:lstStyle/>
        <a:p>
          <a:r>
            <a:rPr lang="en-US"/>
            <a:t>Know where you are in cyberspace.</a:t>
          </a:r>
        </a:p>
      </dgm:t>
    </dgm:pt>
    <dgm:pt modelId="{7507B41B-C992-48F7-A85F-68ED59053D35}" type="parTrans" cxnId="{C3BF7E26-E0A5-4474-B07C-FD48C306B2B0}">
      <dgm:prSet/>
      <dgm:spPr/>
      <dgm:t>
        <a:bodyPr/>
        <a:lstStyle/>
        <a:p>
          <a:endParaRPr lang="en-US"/>
        </a:p>
      </dgm:t>
    </dgm:pt>
    <dgm:pt modelId="{20802A64-9869-46DE-BF3F-63C63821CB6D}" type="sibTrans" cxnId="{C3BF7E26-E0A5-4474-B07C-FD48C306B2B0}">
      <dgm:prSet/>
      <dgm:spPr/>
      <dgm:t>
        <a:bodyPr/>
        <a:lstStyle/>
        <a:p>
          <a:endParaRPr lang="en-US"/>
        </a:p>
      </dgm:t>
    </dgm:pt>
    <dgm:pt modelId="{92ECF166-429C-4B52-9D51-4CE7C22641F5}">
      <dgm:prSet/>
      <dgm:spPr/>
      <dgm:t>
        <a:bodyPr/>
        <a:lstStyle/>
        <a:p>
          <a:r>
            <a:rPr lang="en-US"/>
            <a:t>Respect</a:t>
          </a:r>
        </a:p>
      </dgm:t>
    </dgm:pt>
    <dgm:pt modelId="{84490F10-607A-46EE-B43F-472EBAC7921A}" type="parTrans" cxnId="{FF6EFBAF-4053-451A-8A49-89234FE0E707}">
      <dgm:prSet/>
      <dgm:spPr/>
      <dgm:t>
        <a:bodyPr/>
        <a:lstStyle/>
        <a:p>
          <a:endParaRPr lang="en-US"/>
        </a:p>
      </dgm:t>
    </dgm:pt>
    <dgm:pt modelId="{2D53672B-AB17-46F4-9ACC-D7F2EEDF9B0A}" type="sibTrans" cxnId="{FF6EFBAF-4053-451A-8A49-89234FE0E707}">
      <dgm:prSet/>
      <dgm:spPr/>
      <dgm:t>
        <a:bodyPr/>
        <a:lstStyle/>
        <a:p>
          <a:endParaRPr lang="en-US"/>
        </a:p>
      </dgm:t>
    </dgm:pt>
    <dgm:pt modelId="{0AADEE0B-12DC-4594-B20A-486987AD8A28}">
      <dgm:prSet/>
      <dgm:spPr/>
      <dgm:t>
        <a:bodyPr/>
        <a:lstStyle/>
        <a:p>
          <a:r>
            <a:rPr lang="en-US"/>
            <a:t>Respect other people’s time and bandwidth.</a:t>
          </a:r>
        </a:p>
      </dgm:t>
    </dgm:pt>
    <dgm:pt modelId="{C8DC57A3-F2D7-4DD2-A441-9DDB26716A9D}" type="parTrans" cxnId="{7975EC00-4A3F-4EE2-9C5B-FC812DE6A2A2}">
      <dgm:prSet/>
      <dgm:spPr/>
      <dgm:t>
        <a:bodyPr/>
        <a:lstStyle/>
        <a:p>
          <a:endParaRPr lang="en-US"/>
        </a:p>
      </dgm:t>
    </dgm:pt>
    <dgm:pt modelId="{C55E1573-9D62-4E00-996B-565D10635F8B}" type="sibTrans" cxnId="{7975EC00-4A3F-4EE2-9C5B-FC812DE6A2A2}">
      <dgm:prSet/>
      <dgm:spPr/>
      <dgm:t>
        <a:bodyPr/>
        <a:lstStyle/>
        <a:p>
          <a:endParaRPr lang="en-US"/>
        </a:p>
      </dgm:t>
    </dgm:pt>
    <dgm:pt modelId="{E3AF02DC-5863-41EA-84D8-CBBFC42022F7}">
      <dgm:prSet/>
      <dgm:spPr/>
      <dgm:t>
        <a:bodyPr/>
        <a:lstStyle/>
        <a:p>
          <a:r>
            <a:rPr lang="en-US"/>
            <a:t>Make</a:t>
          </a:r>
        </a:p>
      </dgm:t>
    </dgm:pt>
    <dgm:pt modelId="{53FAD286-F1F5-4A4B-8A56-9A838B7A2400}" type="parTrans" cxnId="{89804B10-E9C6-4E98-AAC1-206FC9CA4B70}">
      <dgm:prSet/>
      <dgm:spPr/>
      <dgm:t>
        <a:bodyPr/>
        <a:lstStyle/>
        <a:p>
          <a:endParaRPr lang="en-US"/>
        </a:p>
      </dgm:t>
    </dgm:pt>
    <dgm:pt modelId="{002788F6-6FCF-4FBA-8C4C-76E06AAA0177}" type="sibTrans" cxnId="{89804B10-E9C6-4E98-AAC1-206FC9CA4B70}">
      <dgm:prSet/>
      <dgm:spPr/>
      <dgm:t>
        <a:bodyPr/>
        <a:lstStyle/>
        <a:p>
          <a:endParaRPr lang="en-US"/>
        </a:p>
      </dgm:t>
    </dgm:pt>
    <dgm:pt modelId="{67F678B8-2DF4-4B18-BAD8-287E438A2A01}">
      <dgm:prSet/>
      <dgm:spPr/>
      <dgm:t>
        <a:bodyPr/>
        <a:lstStyle/>
        <a:p>
          <a:r>
            <a:rPr lang="en-US"/>
            <a:t>Make yourself look good online.</a:t>
          </a:r>
        </a:p>
      </dgm:t>
    </dgm:pt>
    <dgm:pt modelId="{6884227E-D9DA-4D39-A3AD-82D1A8ABD6B3}" type="parTrans" cxnId="{43E47872-1B58-4A9C-9E02-B047F4F6770B}">
      <dgm:prSet/>
      <dgm:spPr/>
      <dgm:t>
        <a:bodyPr/>
        <a:lstStyle/>
        <a:p>
          <a:endParaRPr lang="en-US"/>
        </a:p>
      </dgm:t>
    </dgm:pt>
    <dgm:pt modelId="{3C0F3A27-5212-4BA9-A476-274844A88C9B}" type="sibTrans" cxnId="{43E47872-1B58-4A9C-9E02-B047F4F6770B}">
      <dgm:prSet/>
      <dgm:spPr/>
      <dgm:t>
        <a:bodyPr/>
        <a:lstStyle/>
        <a:p>
          <a:endParaRPr lang="en-US"/>
        </a:p>
      </dgm:t>
    </dgm:pt>
    <dgm:pt modelId="{591E22F4-E97C-45B9-AEF2-D2D84E9F9CCE}" type="pres">
      <dgm:prSet presAssocID="{5C2CB3AB-AF41-49FF-8E01-B3A7AE180594}" presName="Name0" presStyleCnt="0">
        <dgm:presLayoutVars>
          <dgm:dir/>
          <dgm:animLvl val="lvl"/>
          <dgm:resizeHandles val="exact"/>
        </dgm:presLayoutVars>
      </dgm:prSet>
      <dgm:spPr/>
    </dgm:pt>
    <dgm:pt modelId="{70ACC089-E8AC-483E-A716-0051202B23A7}" type="pres">
      <dgm:prSet presAssocID="{90214771-203C-40BB-9214-359F809AE70F}" presName="linNode" presStyleCnt="0"/>
      <dgm:spPr/>
    </dgm:pt>
    <dgm:pt modelId="{0DF36B37-FF32-478C-BD01-BD4F8D68A75B}" type="pres">
      <dgm:prSet presAssocID="{90214771-203C-40BB-9214-359F809AE70F}" presName="parentText" presStyleLbl="alignNode1" presStyleIdx="0" presStyleCnt="5">
        <dgm:presLayoutVars>
          <dgm:chMax val="1"/>
          <dgm:bulletEnabled/>
        </dgm:presLayoutVars>
      </dgm:prSet>
      <dgm:spPr/>
    </dgm:pt>
    <dgm:pt modelId="{C996CCBF-B1CE-4D1F-8831-E83CF8C0BD5B}" type="pres">
      <dgm:prSet presAssocID="{90214771-203C-40BB-9214-359F809AE70F}" presName="descendantText" presStyleLbl="alignAccFollowNode1" presStyleIdx="0" presStyleCnt="5">
        <dgm:presLayoutVars>
          <dgm:bulletEnabled/>
        </dgm:presLayoutVars>
      </dgm:prSet>
      <dgm:spPr/>
    </dgm:pt>
    <dgm:pt modelId="{2176994B-AF66-4EDB-A946-4E759D275BFD}" type="pres">
      <dgm:prSet presAssocID="{768FF4B8-BB6A-4C86-A582-0B6559D732D9}" presName="sp" presStyleCnt="0"/>
      <dgm:spPr/>
    </dgm:pt>
    <dgm:pt modelId="{CC388444-2FC1-41CB-A53E-05939604D392}" type="pres">
      <dgm:prSet presAssocID="{0FD8D525-91AA-4FBE-A582-803C914D36F1}" presName="linNode" presStyleCnt="0"/>
      <dgm:spPr/>
    </dgm:pt>
    <dgm:pt modelId="{05ACCEA3-20B6-4D7E-9925-DF5FF9A1B6EA}" type="pres">
      <dgm:prSet presAssocID="{0FD8D525-91AA-4FBE-A582-803C914D36F1}" presName="parentText" presStyleLbl="alignNode1" presStyleIdx="1" presStyleCnt="5">
        <dgm:presLayoutVars>
          <dgm:chMax val="1"/>
          <dgm:bulletEnabled/>
        </dgm:presLayoutVars>
      </dgm:prSet>
      <dgm:spPr/>
    </dgm:pt>
    <dgm:pt modelId="{FA6B3B97-369D-4534-9214-296C2830CB7A}" type="pres">
      <dgm:prSet presAssocID="{0FD8D525-91AA-4FBE-A582-803C914D36F1}" presName="descendantText" presStyleLbl="alignAccFollowNode1" presStyleIdx="1" presStyleCnt="5">
        <dgm:presLayoutVars>
          <dgm:bulletEnabled/>
        </dgm:presLayoutVars>
      </dgm:prSet>
      <dgm:spPr/>
    </dgm:pt>
    <dgm:pt modelId="{10DCBE41-C2F5-47D9-9979-9AB5092405A6}" type="pres">
      <dgm:prSet presAssocID="{14026709-1512-41B6-B29C-DCDBB1065927}" presName="sp" presStyleCnt="0"/>
      <dgm:spPr/>
    </dgm:pt>
    <dgm:pt modelId="{9E479668-DF19-46B8-A9BF-0F8EFEB6C7E9}" type="pres">
      <dgm:prSet presAssocID="{BBC0CCD0-AF6C-45E9-B9F0-EC93BBE01399}" presName="linNode" presStyleCnt="0"/>
      <dgm:spPr/>
    </dgm:pt>
    <dgm:pt modelId="{1B8A3663-157D-482A-9FA7-66F4D82507A6}" type="pres">
      <dgm:prSet presAssocID="{BBC0CCD0-AF6C-45E9-B9F0-EC93BBE01399}" presName="parentText" presStyleLbl="alignNode1" presStyleIdx="2" presStyleCnt="5">
        <dgm:presLayoutVars>
          <dgm:chMax val="1"/>
          <dgm:bulletEnabled/>
        </dgm:presLayoutVars>
      </dgm:prSet>
      <dgm:spPr/>
    </dgm:pt>
    <dgm:pt modelId="{2064C6ED-D5A9-44C7-A69E-0D9D2A93124A}" type="pres">
      <dgm:prSet presAssocID="{BBC0CCD0-AF6C-45E9-B9F0-EC93BBE01399}" presName="descendantText" presStyleLbl="alignAccFollowNode1" presStyleIdx="2" presStyleCnt="5">
        <dgm:presLayoutVars>
          <dgm:bulletEnabled/>
        </dgm:presLayoutVars>
      </dgm:prSet>
      <dgm:spPr/>
    </dgm:pt>
    <dgm:pt modelId="{331BF81D-4A5D-4CA9-A259-E317E37E5C7B}" type="pres">
      <dgm:prSet presAssocID="{FAC053FC-D070-4E22-9385-4C94930A9752}" presName="sp" presStyleCnt="0"/>
      <dgm:spPr/>
    </dgm:pt>
    <dgm:pt modelId="{ECF286BD-4C0B-485C-BC87-F4A0B1754D7B}" type="pres">
      <dgm:prSet presAssocID="{92ECF166-429C-4B52-9D51-4CE7C22641F5}" presName="linNode" presStyleCnt="0"/>
      <dgm:spPr/>
    </dgm:pt>
    <dgm:pt modelId="{5E04131D-A47B-44B0-BDB0-C75CFF13E3DB}" type="pres">
      <dgm:prSet presAssocID="{92ECF166-429C-4B52-9D51-4CE7C22641F5}" presName="parentText" presStyleLbl="alignNode1" presStyleIdx="3" presStyleCnt="5">
        <dgm:presLayoutVars>
          <dgm:chMax val="1"/>
          <dgm:bulletEnabled/>
        </dgm:presLayoutVars>
      </dgm:prSet>
      <dgm:spPr/>
    </dgm:pt>
    <dgm:pt modelId="{20FACF6A-D35D-40B7-BA2A-33E86E78E271}" type="pres">
      <dgm:prSet presAssocID="{92ECF166-429C-4B52-9D51-4CE7C22641F5}" presName="descendantText" presStyleLbl="alignAccFollowNode1" presStyleIdx="3" presStyleCnt="5">
        <dgm:presLayoutVars>
          <dgm:bulletEnabled/>
        </dgm:presLayoutVars>
      </dgm:prSet>
      <dgm:spPr/>
    </dgm:pt>
    <dgm:pt modelId="{E7997E28-EC15-4BBC-AF57-F461A8E22136}" type="pres">
      <dgm:prSet presAssocID="{2D53672B-AB17-46F4-9ACC-D7F2EEDF9B0A}" presName="sp" presStyleCnt="0"/>
      <dgm:spPr/>
    </dgm:pt>
    <dgm:pt modelId="{359AA724-9572-4709-9012-28347BE12D6B}" type="pres">
      <dgm:prSet presAssocID="{E3AF02DC-5863-41EA-84D8-CBBFC42022F7}" presName="linNode" presStyleCnt="0"/>
      <dgm:spPr/>
    </dgm:pt>
    <dgm:pt modelId="{E41B69AC-719A-444C-85C9-19AA18FB8249}" type="pres">
      <dgm:prSet presAssocID="{E3AF02DC-5863-41EA-84D8-CBBFC42022F7}" presName="parentText" presStyleLbl="alignNode1" presStyleIdx="4" presStyleCnt="5">
        <dgm:presLayoutVars>
          <dgm:chMax val="1"/>
          <dgm:bulletEnabled/>
        </dgm:presLayoutVars>
      </dgm:prSet>
      <dgm:spPr/>
    </dgm:pt>
    <dgm:pt modelId="{9CC79B6E-271B-4D23-8551-B7276A3A8D94}" type="pres">
      <dgm:prSet presAssocID="{E3AF02DC-5863-41EA-84D8-CBBFC42022F7}" presName="descendantText" presStyleLbl="alignAccFollowNode1" presStyleIdx="4" presStyleCnt="5">
        <dgm:presLayoutVars>
          <dgm:bulletEnabled/>
        </dgm:presLayoutVars>
      </dgm:prSet>
      <dgm:spPr/>
    </dgm:pt>
  </dgm:ptLst>
  <dgm:cxnLst>
    <dgm:cxn modelId="{7975EC00-4A3F-4EE2-9C5B-FC812DE6A2A2}" srcId="{92ECF166-429C-4B52-9D51-4CE7C22641F5}" destId="{0AADEE0B-12DC-4594-B20A-486987AD8A28}" srcOrd="0" destOrd="0" parTransId="{C8DC57A3-F2D7-4DD2-A441-9DDB26716A9D}" sibTransId="{C55E1573-9D62-4E00-996B-565D10635F8B}"/>
    <dgm:cxn modelId="{89804B10-E9C6-4E98-AAC1-206FC9CA4B70}" srcId="{5C2CB3AB-AF41-49FF-8E01-B3A7AE180594}" destId="{E3AF02DC-5863-41EA-84D8-CBBFC42022F7}" srcOrd="4" destOrd="0" parTransId="{53FAD286-F1F5-4A4B-8A56-9A838B7A2400}" sibTransId="{002788F6-6FCF-4FBA-8C4C-76E06AAA0177}"/>
    <dgm:cxn modelId="{9E684719-0561-4496-BA01-275B72461BD6}" type="presOf" srcId="{90214771-203C-40BB-9214-359F809AE70F}" destId="{0DF36B37-FF32-478C-BD01-BD4F8D68A75B}" srcOrd="0" destOrd="0" presId="urn:microsoft.com/office/officeart/2016/7/layout/VerticalSolidActionList"/>
    <dgm:cxn modelId="{878C281C-2394-42EE-978B-998193ECB43B}" type="presOf" srcId="{92ECF166-429C-4B52-9D51-4CE7C22641F5}" destId="{5E04131D-A47B-44B0-BDB0-C75CFF13E3DB}" srcOrd="0" destOrd="0" presId="urn:microsoft.com/office/officeart/2016/7/layout/VerticalSolidActionList"/>
    <dgm:cxn modelId="{A305151E-9047-4B5D-BD65-463B8548EA69}" type="presOf" srcId="{5C2CB3AB-AF41-49FF-8E01-B3A7AE180594}" destId="{591E22F4-E97C-45B9-AEF2-D2D84E9F9CCE}" srcOrd="0" destOrd="0" presId="urn:microsoft.com/office/officeart/2016/7/layout/VerticalSolidActionList"/>
    <dgm:cxn modelId="{C3BF7E26-E0A5-4474-B07C-FD48C306B2B0}" srcId="{BBC0CCD0-AF6C-45E9-B9F0-EC93BBE01399}" destId="{34C6618B-C318-49D2-BEBA-A8C823607C68}" srcOrd="0" destOrd="0" parTransId="{7507B41B-C992-48F7-A85F-68ED59053D35}" sibTransId="{20802A64-9869-46DE-BF3F-63C63821CB6D}"/>
    <dgm:cxn modelId="{139A803C-00D3-4492-B736-1184E5D9EC81}" type="presOf" srcId="{BBC0CCD0-AF6C-45E9-B9F0-EC93BBE01399}" destId="{1B8A3663-157D-482A-9FA7-66F4D82507A6}" srcOrd="0" destOrd="0" presId="urn:microsoft.com/office/officeart/2016/7/layout/VerticalSolidActionList"/>
    <dgm:cxn modelId="{5FD0145B-CB78-439F-B82E-26E6C0AEFF9A}" type="presOf" srcId="{A956EF86-B038-4DCB-B452-0B8C32B55328}" destId="{FA6B3B97-369D-4534-9214-296C2830CB7A}" srcOrd="0" destOrd="0" presId="urn:microsoft.com/office/officeart/2016/7/layout/VerticalSolidActionList"/>
    <dgm:cxn modelId="{42A25D5F-6F47-41D5-BA99-CA7B45A737A2}" type="presOf" srcId="{0AADEE0B-12DC-4594-B20A-486987AD8A28}" destId="{20FACF6A-D35D-40B7-BA2A-33E86E78E271}" srcOrd="0" destOrd="0" presId="urn:microsoft.com/office/officeart/2016/7/layout/VerticalSolidActionList"/>
    <dgm:cxn modelId="{6FEDA067-4481-4138-9531-53F29F94F929}" type="presOf" srcId="{E3AF02DC-5863-41EA-84D8-CBBFC42022F7}" destId="{E41B69AC-719A-444C-85C9-19AA18FB8249}" srcOrd="0" destOrd="0" presId="urn:microsoft.com/office/officeart/2016/7/layout/VerticalSolidActionList"/>
    <dgm:cxn modelId="{43E47872-1B58-4A9C-9E02-B047F4F6770B}" srcId="{E3AF02DC-5863-41EA-84D8-CBBFC42022F7}" destId="{67F678B8-2DF4-4B18-BAD8-287E438A2A01}" srcOrd="0" destOrd="0" parTransId="{6884227E-D9DA-4D39-A3AD-82D1A8ABD6B3}" sibTransId="{3C0F3A27-5212-4BA9-A476-274844A88C9B}"/>
    <dgm:cxn modelId="{41BC8956-E19F-4072-8498-70DBD591591C}" type="presOf" srcId="{968BEC0E-19E1-46E0-936A-6CDFA5AC4238}" destId="{C996CCBF-B1CE-4D1F-8831-E83CF8C0BD5B}" srcOrd="0" destOrd="0" presId="urn:microsoft.com/office/officeart/2016/7/layout/VerticalSolidActionList"/>
    <dgm:cxn modelId="{BA203459-2483-4043-BDE0-E23F0A311091}" type="presOf" srcId="{0FD8D525-91AA-4FBE-A582-803C914D36F1}" destId="{05ACCEA3-20B6-4D7E-9925-DF5FF9A1B6EA}" srcOrd="0" destOrd="0" presId="urn:microsoft.com/office/officeart/2016/7/layout/VerticalSolidActionList"/>
    <dgm:cxn modelId="{D35A3C5A-F988-4B15-88C4-DC551BE2C585}" srcId="{0FD8D525-91AA-4FBE-A582-803C914D36F1}" destId="{A956EF86-B038-4DCB-B452-0B8C32B55328}" srcOrd="0" destOrd="0" parTransId="{5CF0124A-2D24-428E-947D-2876905AEF5D}" sibTransId="{5A7DE72D-AC6B-4F1A-8BB7-DE96BBB1CB4F}"/>
    <dgm:cxn modelId="{98730D98-3ECC-4FC3-BE71-D518EB58608F}" type="presOf" srcId="{34C6618B-C318-49D2-BEBA-A8C823607C68}" destId="{2064C6ED-D5A9-44C7-A69E-0D9D2A93124A}" srcOrd="0" destOrd="0" presId="urn:microsoft.com/office/officeart/2016/7/layout/VerticalSolidActionList"/>
    <dgm:cxn modelId="{FF6EFBAF-4053-451A-8A49-89234FE0E707}" srcId="{5C2CB3AB-AF41-49FF-8E01-B3A7AE180594}" destId="{92ECF166-429C-4B52-9D51-4CE7C22641F5}" srcOrd="3" destOrd="0" parTransId="{84490F10-607A-46EE-B43F-472EBAC7921A}" sibTransId="{2D53672B-AB17-46F4-9ACC-D7F2EEDF9B0A}"/>
    <dgm:cxn modelId="{B6EFD9CD-149E-4AC8-A06F-1D18637151F5}" srcId="{5C2CB3AB-AF41-49FF-8E01-B3A7AE180594}" destId="{BBC0CCD0-AF6C-45E9-B9F0-EC93BBE01399}" srcOrd="2" destOrd="0" parTransId="{C2F36609-D701-41C9-A36C-21BCB2082713}" sibTransId="{FAC053FC-D070-4E22-9385-4C94930A9752}"/>
    <dgm:cxn modelId="{5CA7D8E3-8B61-4677-8CBE-BE60BC439AF3}" srcId="{5C2CB3AB-AF41-49FF-8E01-B3A7AE180594}" destId="{90214771-203C-40BB-9214-359F809AE70F}" srcOrd="0" destOrd="0" parTransId="{BBEFC11D-543E-4356-8DB3-70D8B738DFC7}" sibTransId="{768FF4B8-BB6A-4C86-A582-0B6559D732D9}"/>
    <dgm:cxn modelId="{8DD70DE4-77EB-4D86-8387-9B77BA0E7A21}" type="presOf" srcId="{67F678B8-2DF4-4B18-BAD8-287E438A2A01}" destId="{9CC79B6E-271B-4D23-8551-B7276A3A8D94}" srcOrd="0" destOrd="0" presId="urn:microsoft.com/office/officeart/2016/7/layout/VerticalSolidActionList"/>
    <dgm:cxn modelId="{CAE16EE7-5F8E-41EA-8C7A-A5F48357AE92}" srcId="{5C2CB3AB-AF41-49FF-8E01-B3A7AE180594}" destId="{0FD8D525-91AA-4FBE-A582-803C914D36F1}" srcOrd="1" destOrd="0" parTransId="{A4362CD9-04C6-4856-94A2-A27A0EB22B95}" sibTransId="{14026709-1512-41B6-B29C-DCDBB1065927}"/>
    <dgm:cxn modelId="{FFCCFAFE-68FB-4C6B-BB03-936CEEE77702}" srcId="{90214771-203C-40BB-9214-359F809AE70F}" destId="{968BEC0E-19E1-46E0-936A-6CDFA5AC4238}" srcOrd="0" destOrd="0" parTransId="{9183E8B3-D216-4186-9194-32BC71C93054}" sibTransId="{5FC829EB-3F67-4096-87D3-E2419AF9BE15}"/>
    <dgm:cxn modelId="{B23A0A88-5E14-4493-B776-E2F4762CCB34}" type="presParOf" srcId="{591E22F4-E97C-45B9-AEF2-D2D84E9F9CCE}" destId="{70ACC089-E8AC-483E-A716-0051202B23A7}" srcOrd="0" destOrd="0" presId="urn:microsoft.com/office/officeart/2016/7/layout/VerticalSolidActionList"/>
    <dgm:cxn modelId="{53E08A55-8F84-4C56-84CC-A9B2D55E99F3}" type="presParOf" srcId="{70ACC089-E8AC-483E-A716-0051202B23A7}" destId="{0DF36B37-FF32-478C-BD01-BD4F8D68A75B}" srcOrd="0" destOrd="0" presId="urn:microsoft.com/office/officeart/2016/7/layout/VerticalSolidActionList"/>
    <dgm:cxn modelId="{B2D887C5-7F57-482D-9EF4-524EDC0DF455}" type="presParOf" srcId="{70ACC089-E8AC-483E-A716-0051202B23A7}" destId="{C996CCBF-B1CE-4D1F-8831-E83CF8C0BD5B}" srcOrd="1" destOrd="0" presId="urn:microsoft.com/office/officeart/2016/7/layout/VerticalSolidActionList"/>
    <dgm:cxn modelId="{E5684438-DE37-4C0F-AD2C-D6DAE92072F6}" type="presParOf" srcId="{591E22F4-E97C-45B9-AEF2-D2D84E9F9CCE}" destId="{2176994B-AF66-4EDB-A946-4E759D275BFD}" srcOrd="1" destOrd="0" presId="urn:microsoft.com/office/officeart/2016/7/layout/VerticalSolidActionList"/>
    <dgm:cxn modelId="{88072139-A8E9-4BBD-AF62-D39118F8DA71}" type="presParOf" srcId="{591E22F4-E97C-45B9-AEF2-D2D84E9F9CCE}" destId="{CC388444-2FC1-41CB-A53E-05939604D392}" srcOrd="2" destOrd="0" presId="urn:microsoft.com/office/officeart/2016/7/layout/VerticalSolidActionList"/>
    <dgm:cxn modelId="{EE7C4499-3591-4180-BAAE-B4B60E21F7F6}" type="presParOf" srcId="{CC388444-2FC1-41CB-A53E-05939604D392}" destId="{05ACCEA3-20B6-4D7E-9925-DF5FF9A1B6EA}" srcOrd="0" destOrd="0" presId="urn:microsoft.com/office/officeart/2016/7/layout/VerticalSolidActionList"/>
    <dgm:cxn modelId="{E2E23541-9F3F-465B-8AAB-94F4EC7431B5}" type="presParOf" srcId="{CC388444-2FC1-41CB-A53E-05939604D392}" destId="{FA6B3B97-369D-4534-9214-296C2830CB7A}" srcOrd="1" destOrd="0" presId="urn:microsoft.com/office/officeart/2016/7/layout/VerticalSolidActionList"/>
    <dgm:cxn modelId="{8CA6E319-4C60-44EE-935A-A57429F4E21B}" type="presParOf" srcId="{591E22F4-E97C-45B9-AEF2-D2D84E9F9CCE}" destId="{10DCBE41-C2F5-47D9-9979-9AB5092405A6}" srcOrd="3" destOrd="0" presId="urn:microsoft.com/office/officeart/2016/7/layout/VerticalSolidActionList"/>
    <dgm:cxn modelId="{9370B979-7EEF-4741-9250-1051CC1BE195}" type="presParOf" srcId="{591E22F4-E97C-45B9-AEF2-D2D84E9F9CCE}" destId="{9E479668-DF19-46B8-A9BF-0F8EFEB6C7E9}" srcOrd="4" destOrd="0" presId="urn:microsoft.com/office/officeart/2016/7/layout/VerticalSolidActionList"/>
    <dgm:cxn modelId="{DC5EDFA2-B453-4B3D-B02E-904197A4538C}" type="presParOf" srcId="{9E479668-DF19-46B8-A9BF-0F8EFEB6C7E9}" destId="{1B8A3663-157D-482A-9FA7-66F4D82507A6}" srcOrd="0" destOrd="0" presId="urn:microsoft.com/office/officeart/2016/7/layout/VerticalSolidActionList"/>
    <dgm:cxn modelId="{EA82D268-CF40-4B28-9FD9-BBF9AAE8D537}" type="presParOf" srcId="{9E479668-DF19-46B8-A9BF-0F8EFEB6C7E9}" destId="{2064C6ED-D5A9-44C7-A69E-0D9D2A93124A}" srcOrd="1" destOrd="0" presId="urn:microsoft.com/office/officeart/2016/7/layout/VerticalSolidActionList"/>
    <dgm:cxn modelId="{929823D2-91F7-4EFF-9D6B-7E7AD6A3E9CC}" type="presParOf" srcId="{591E22F4-E97C-45B9-AEF2-D2D84E9F9CCE}" destId="{331BF81D-4A5D-4CA9-A259-E317E37E5C7B}" srcOrd="5" destOrd="0" presId="urn:microsoft.com/office/officeart/2016/7/layout/VerticalSolidActionList"/>
    <dgm:cxn modelId="{77C0289F-A50A-44BF-AC4B-970FA1AD3ED6}" type="presParOf" srcId="{591E22F4-E97C-45B9-AEF2-D2D84E9F9CCE}" destId="{ECF286BD-4C0B-485C-BC87-F4A0B1754D7B}" srcOrd="6" destOrd="0" presId="urn:microsoft.com/office/officeart/2016/7/layout/VerticalSolidActionList"/>
    <dgm:cxn modelId="{138DE072-B6DE-4F4B-BD55-D0DC97BA7067}" type="presParOf" srcId="{ECF286BD-4C0B-485C-BC87-F4A0B1754D7B}" destId="{5E04131D-A47B-44B0-BDB0-C75CFF13E3DB}" srcOrd="0" destOrd="0" presId="urn:microsoft.com/office/officeart/2016/7/layout/VerticalSolidActionList"/>
    <dgm:cxn modelId="{E5DD0EDA-6137-49D1-AFAF-31C5D2004E80}" type="presParOf" srcId="{ECF286BD-4C0B-485C-BC87-F4A0B1754D7B}" destId="{20FACF6A-D35D-40B7-BA2A-33E86E78E271}" srcOrd="1" destOrd="0" presId="urn:microsoft.com/office/officeart/2016/7/layout/VerticalSolidActionList"/>
    <dgm:cxn modelId="{ED438961-9396-4F35-B6CE-1510D45AB2F0}" type="presParOf" srcId="{591E22F4-E97C-45B9-AEF2-D2D84E9F9CCE}" destId="{E7997E28-EC15-4BBC-AF57-F461A8E22136}" srcOrd="7" destOrd="0" presId="urn:microsoft.com/office/officeart/2016/7/layout/VerticalSolidActionList"/>
    <dgm:cxn modelId="{57BF6A6F-5830-4A04-94AE-26DEEF4E5B93}" type="presParOf" srcId="{591E22F4-E97C-45B9-AEF2-D2D84E9F9CCE}" destId="{359AA724-9572-4709-9012-28347BE12D6B}" srcOrd="8" destOrd="0" presId="urn:microsoft.com/office/officeart/2016/7/layout/VerticalSolidActionList"/>
    <dgm:cxn modelId="{DC9FC8C9-8280-45A1-8BBD-68C385547198}" type="presParOf" srcId="{359AA724-9572-4709-9012-28347BE12D6B}" destId="{E41B69AC-719A-444C-85C9-19AA18FB8249}" srcOrd="0" destOrd="0" presId="urn:microsoft.com/office/officeart/2016/7/layout/VerticalSolidActionList"/>
    <dgm:cxn modelId="{A824F626-4890-4C6E-AD30-08327B898F79}" type="presParOf" srcId="{359AA724-9572-4709-9012-28347BE12D6B}" destId="{9CC79B6E-271B-4D23-8551-B7276A3A8D94}" srcOrd="1" destOrd="0" presId="urn:microsoft.com/office/officeart/2016/7/layout/VerticalSolidAc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4E697EC-5181-4098-9C9E-019C1279BD5C}" type="doc">
      <dgm:prSet loTypeId="urn:microsoft.com/office/officeart/2016/7/layout/VerticalSolidActionList" loCatId="List" qsTypeId="urn:microsoft.com/office/officeart/2005/8/quickstyle/simple1" qsCatId="simple" csTypeId="urn:microsoft.com/office/officeart/2005/8/colors/colorful2" csCatId="colorful"/>
      <dgm:spPr/>
      <dgm:t>
        <a:bodyPr/>
        <a:lstStyle/>
        <a:p>
          <a:endParaRPr lang="en-US"/>
        </a:p>
      </dgm:t>
    </dgm:pt>
    <dgm:pt modelId="{910CC88C-6079-4506-8793-85CDE225A15B}">
      <dgm:prSet/>
      <dgm:spPr/>
      <dgm:t>
        <a:bodyPr/>
        <a:lstStyle/>
        <a:p>
          <a:r>
            <a:rPr lang="en-US"/>
            <a:t>Share</a:t>
          </a:r>
        </a:p>
      </dgm:t>
    </dgm:pt>
    <dgm:pt modelId="{9D0675BD-C26D-4576-AAAD-2EF6839CD5FA}" type="parTrans" cxnId="{55D7C3BB-58FB-4FA8-A1EB-AFE47B8A5EB9}">
      <dgm:prSet/>
      <dgm:spPr/>
      <dgm:t>
        <a:bodyPr/>
        <a:lstStyle/>
        <a:p>
          <a:endParaRPr lang="en-US"/>
        </a:p>
      </dgm:t>
    </dgm:pt>
    <dgm:pt modelId="{A4C9C948-A62A-4DAC-86F4-64F6F6772A65}" type="sibTrans" cxnId="{55D7C3BB-58FB-4FA8-A1EB-AFE47B8A5EB9}">
      <dgm:prSet/>
      <dgm:spPr/>
      <dgm:t>
        <a:bodyPr/>
        <a:lstStyle/>
        <a:p>
          <a:endParaRPr lang="en-US"/>
        </a:p>
      </dgm:t>
    </dgm:pt>
    <dgm:pt modelId="{5C0D187D-5292-463F-AF51-F9FAB8AD342D}">
      <dgm:prSet/>
      <dgm:spPr/>
      <dgm:t>
        <a:bodyPr/>
        <a:lstStyle/>
        <a:p>
          <a:r>
            <a:rPr lang="en-US"/>
            <a:t>Share expert knowledge.</a:t>
          </a:r>
        </a:p>
      </dgm:t>
    </dgm:pt>
    <dgm:pt modelId="{1DB7EA98-6D81-401F-BA5F-83894080159F}" type="parTrans" cxnId="{AEDE6B9F-EA78-463C-A72A-82BA934FA736}">
      <dgm:prSet/>
      <dgm:spPr/>
      <dgm:t>
        <a:bodyPr/>
        <a:lstStyle/>
        <a:p>
          <a:endParaRPr lang="en-US"/>
        </a:p>
      </dgm:t>
    </dgm:pt>
    <dgm:pt modelId="{90240E0D-B3BF-440E-A4CF-CC0A88285A39}" type="sibTrans" cxnId="{AEDE6B9F-EA78-463C-A72A-82BA934FA736}">
      <dgm:prSet/>
      <dgm:spPr/>
      <dgm:t>
        <a:bodyPr/>
        <a:lstStyle/>
        <a:p>
          <a:endParaRPr lang="en-US"/>
        </a:p>
      </dgm:t>
    </dgm:pt>
    <dgm:pt modelId="{4F9AB4D0-E067-4585-ACE0-292DFFB2DDF4}">
      <dgm:prSet/>
      <dgm:spPr/>
      <dgm:t>
        <a:bodyPr/>
        <a:lstStyle/>
        <a:p>
          <a:r>
            <a:rPr lang="en-US"/>
            <a:t>Keep</a:t>
          </a:r>
        </a:p>
      </dgm:t>
    </dgm:pt>
    <dgm:pt modelId="{B33F996B-FCB4-47DA-8F6C-B14EE4D1469F}" type="parTrans" cxnId="{BDD03054-DAAD-4DB0-9A05-A90CE910A585}">
      <dgm:prSet/>
      <dgm:spPr/>
      <dgm:t>
        <a:bodyPr/>
        <a:lstStyle/>
        <a:p>
          <a:endParaRPr lang="en-US"/>
        </a:p>
      </dgm:t>
    </dgm:pt>
    <dgm:pt modelId="{694CE5A2-F3C4-46DB-84AF-2C7588D06D22}" type="sibTrans" cxnId="{BDD03054-DAAD-4DB0-9A05-A90CE910A585}">
      <dgm:prSet/>
      <dgm:spPr/>
      <dgm:t>
        <a:bodyPr/>
        <a:lstStyle/>
        <a:p>
          <a:endParaRPr lang="en-US"/>
        </a:p>
      </dgm:t>
    </dgm:pt>
    <dgm:pt modelId="{61E8B16D-1865-4B7C-B479-72B4FB495052}">
      <dgm:prSet/>
      <dgm:spPr/>
      <dgm:t>
        <a:bodyPr/>
        <a:lstStyle/>
        <a:p>
          <a:r>
            <a:rPr lang="en-US"/>
            <a:t>Keep flame wars under control.</a:t>
          </a:r>
        </a:p>
      </dgm:t>
    </dgm:pt>
    <dgm:pt modelId="{1B30DCB9-7F1A-4C38-8500-C14B96B29303}" type="parTrans" cxnId="{598B0B19-AE35-4AF6-9480-61E0F9E37539}">
      <dgm:prSet/>
      <dgm:spPr/>
      <dgm:t>
        <a:bodyPr/>
        <a:lstStyle/>
        <a:p>
          <a:endParaRPr lang="en-US"/>
        </a:p>
      </dgm:t>
    </dgm:pt>
    <dgm:pt modelId="{DCAB3476-AB33-45D5-BB15-10A983CE0CEF}" type="sibTrans" cxnId="{598B0B19-AE35-4AF6-9480-61E0F9E37539}">
      <dgm:prSet/>
      <dgm:spPr/>
      <dgm:t>
        <a:bodyPr/>
        <a:lstStyle/>
        <a:p>
          <a:endParaRPr lang="en-US"/>
        </a:p>
      </dgm:t>
    </dgm:pt>
    <dgm:pt modelId="{A10813C5-C4D0-4B09-8D65-E3EC83E8633C}">
      <dgm:prSet/>
      <dgm:spPr/>
      <dgm:t>
        <a:bodyPr/>
        <a:lstStyle/>
        <a:p>
          <a:r>
            <a:rPr lang="en-US"/>
            <a:t>Respect</a:t>
          </a:r>
        </a:p>
      </dgm:t>
    </dgm:pt>
    <dgm:pt modelId="{E461126A-7A13-48B8-AB89-270059469A3B}" type="parTrans" cxnId="{348D190C-924C-4F48-89A9-A3BB002B737E}">
      <dgm:prSet/>
      <dgm:spPr/>
      <dgm:t>
        <a:bodyPr/>
        <a:lstStyle/>
        <a:p>
          <a:endParaRPr lang="en-US"/>
        </a:p>
      </dgm:t>
    </dgm:pt>
    <dgm:pt modelId="{50A0350F-A6AE-4FAF-91E3-42ACA475C9BF}" type="sibTrans" cxnId="{348D190C-924C-4F48-89A9-A3BB002B737E}">
      <dgm:prSet/>
      <dgm:spPr/>
      <dgm:t>
        <a:bodyPr/>
        <a:lstStyle/>
        <a:p>
          <a:endParaRPr lang="en-US"/>
        </a:p>
      </dgm:t>
    </dgm:pt>
    <dgm:pt modelId="{FC273CAD-1633-494E-B0E9-74A48C829E25}">
      <dgm:prSet/>
      <dgm:spPr/>
      <dgm:t>
        <a:bodyPr/>
        <a:lstStyle/>
        <a:p>
          <a:r>
            <a:rPr lang="en-US"/>
            <a:t>Respect other people’s privacy.</a:t>
          </a:r>
        </a:p>
      </dgm:t>
    </dgm:pt>
    <dgm:pt modelId="{AFFB7528-D09B-4480-A44E-0F340E333636}" type="parTrans" cxnId="{27D89189-A5BC-4C9A-B512-6A93832850AC}">
      <dgm:prSet/>
      <dgm:spPr/>
      <dgm:t>
        <a:bodyPr/>
        <a:lstStyle/>
        <a:p>
          <a:endParaRPr lang="en-US"/>
        </a:p>
      </dgm:t>
    </dgm:pt>
    <dgm:pt modelId="{2113D489-526C-4B6C-87C8-9E198CFAF182}" type="sibTrans" cxnId="{27D89189-A5BC-4C9A-B512-6A93832850AC}">
      <dgm:prSet/>
      <dgm:spPr/>
      <dgm:t>
        <a:bodyPr/>
        <a:lstStyle/>
        <a:p>
          <a:endParaRPr lang="en-US"/>
        </a:p>
      </dgm:t>
    </dgm:pt>
    <dgm:pt modelId="{0F71062B-47ED-461B-813D-581223DF229A}">
      <dgm:prSet/>
      <dgm:spPr/>
      <dgm:t>
        <a:bodyPr/>
        <a:lstStyle/>
        <a:p>
          <a:r>
            <a:rPr lang="en-US"/>
            <a:t>Don’t abuse</a:t>
          </a:r>
        </a:p>
      </dgm:t>
    </dgm:pt>
    <dgm:pt modelId="{6B4E3185-F3F5-4A42-8DCA-6B0C29404E95}" type="parTrans" cxnId="{C5F1E1D4-EFA6-47E9-AACC-0D8F2482F78E}">
      <dgm:prSet/>
      <dgm:spPr/>
      <dgm:t>
        <a:bodyPr/>
        <a:lstStyle/>
        <a:p>
          <a:endParaRPr lang="en-US"/>
        </a:p>
      </dgm:t>
    </dgm:pt>
    <dgm:pt modelId="{6D0CC3F6-1144-497A-B0A4-3B0F23C67882}" type="sibTrans" cxnId="{C5F1E1D4-EFA6-47E9-AACC-0D8F2482F78E}">
      <dgm:prSet/>
      <dgm:spPr/>
      <dgm:t>
        <a:bodyPr/>
        <a:lstStyle/>
        <a:p>
          <a:endParaRPr lang="en-US"/>
        </a:p>
      </dgm:t>
    </dgm:pt>
    <dgm:pt modelId="{625FA24E-CE06-431A-8D0A-A7A0ECF362E7}">
      <dgm:prSet/>
      <dgm:spPr/>
      <dgm:t>
        <a:bodyPr/>
        <a:lstStyle/>
        <a:p>
          <a:r>
            <a:rPr lang="en-US"/>
            <a:t>Don’t abuse your power.</a:t>
          </a:r>
        </a:p>
      </dgm:t>
    </dgm:pt>
    <dgm:pt modelId="{5E980C1C-65FB-45FB-A3B9-72ACA714A4E7}" type="parTrans" cxnId="{CEE86E0C-3A5E-4123-A2DF-292413C5BB0A}">
      <dgm:prSet/>
      <dgm:spPr/>
      <dgm:t>
        <a:bodyPr/>
        <a:lstStyle/>
        <a:p>
          <a:endParaRPr lang="en-US"/>
        </a:p>
      </dgm:t>
    </dgm:pt>
    <dgm:pt modelId="{6FFB73EA-4352-46DB-93DA-C2EE4B76E16E}" type="sibTrans" cxnId="{CEE86E0C-3A5E-4123-A2DF-292413C5BB0A}">
      <dgm:prSet/>
      <dgm:spPr/>
      <dgm:t>
        <a:bodyPr/>
        <a:lstStyle/>
        <a:p>
          <a:endParaRPr lang="en-US"/>
        </a:p>
      </dgm:t>
    </dgm:pt>
    <dgm:pt modelId="{23B225C4-D669-4B2C-9C88-15231FE2A020}">
      <dgm:prSet/>
      <dgm:spPr/>
      <dgm:t>
        <a:bodyPr/>
        <a:lstStyle/>
        <a:p>
          <a:r>
            <a:rPr lang="en-US"/>
            <a:t>Be</a:t>
          </a:r>
        </a:p>
      </dgm:t>
    </dgm:pt>
    <dgm:pt modelId="{693237BB-C793-4E3F-9A77-78DA640A3C67}" type="parTrans" cxnId="{BB2A1ACA-81B2-4775-A4AE-99D4C2807A31}">
      <dgm:prSet/>
      <dgm:spPr/>
      <dgm:t>
        <a:bodyPr/>
        <a:lstStyle/>
        <a:p>
          <a:endParaRPr lang="en-US"/>
        </a:p>
      </dgm:t>
    </dgm:pt>
    <dgm:pt modelId="{F111C848-1CCE-4A0A-9706-AB6C9E92D6A3}" type="sibTrans" cxnId="{BB2A1ACA-81B2-4775-A4AE-99D4C2807A31}">
      <dgm:prSet/>
      <dgm:spPr/>
      <dgm:t>
        <a:bodyPr/>
        <a:lstStyle/>
        <a:p>
          <a:endParaRPr lang="en-US"/>
        </a:p>
      </dgm:t>
    </dgm:pt>
    <dgm:pt modelId="{D445AE3C-7D84-49E0-A099-9901D7B91283}">
      <dgm:prSet/>
      <dgm:spPr/>
      <dgm:t>
        <a:bodyPr/>
        <a:lstStyle/>
        <a:p>
          <a:r>
            <a:rPr lang="en-US"/>
            <a:t>Be forgiving of other people’s mistakes.</a:t>
          </a:r>
        </a:p>
      </dgm:t>
    </dgm:pt>
    <dgm:pt modelId="{4758ABE7-C538-4EE8-9D2B-576CBC474695}" type="parTrans" cxnId="{5E0890DE-61D0-4F6E-959F-F8DCE4651F1E}">
      <dgm:prSet/>
      <dgm:spPr/>
      <dgm:t>
        <a:bodyPr/>
        <a:lstStyle/>
        <a:p>
          <a:endParaRPr lang="en-US"/>
        </a:p>
      </dgm:t>
    </dgm:pt>
    <dgm:pt modelId="{39B65DC0-322F-4245-8DD5-EAAFF239CEFC}" type="sibTrans" cxnId="{5E0890DE-61D0-4F6E-959F-F8DCE4651F1E}">
      <dgm:prSet/>
      <dgm:spPr/>
      <dgm:t>
        <a:bodyPr/>
        <a:lstStyle/>
        <a:p>
          <a:endParaRPr lang="en-US"/>
        </a:p>
      </dgm:t>
    </dgm:pt>
    <dgm:pt modelId="{03F42E7D-5F19-4C63-BACD-940A4E15C9E6}" type="pres">
      <dgm:prSet presAssocID="{14E697EC-5181-4098-9C9E-019C1279BD5C}" presName="Name0" presStyleCnt="0">
        <dgm:presLayoutVars>
          <dgm:dir/>
          <dgm:animLvl val="lvl"/>
          <dgm:resizeHandles val="exact"/>
        </dgm:presLayoutVars>
      </dgm:prSet>
      <dgm:spPr/>
    </dgm:pt>
    <dgm:pt modelId="{B3E1FA97-B888-459A-9568-0EBBFED60C50}" type="pres">
      <dgm:prSet presAssocID="{910CC88C-6079-4506-8793-85CDE225A15B}" presName="linNode" presStyleCnt="0"/>
      <dgm:spPr/>
    </dgm:pt>
    <dgm:pt modelId="{AEB06580-EF80-4ED8-B31B-C201DE44B111}" type="pres">
      <dgm:prSet presAssocID="{910CC88C-6079-4506-8793-85CDE225A15B}" presName="parentText" presStyleLbl="alignNode1" presStyleIdx="0" presStyleCnt="5">
        <dgm:presLayoutVars>
          <dgm:chMax val="1"/>
          <dgm:bulletEnabled/>
        </dgm:presLayoutVars>
      </dgm:prSet>
      <dgm:spPr/>
    </dgm:pt>
    <dgm:pt modelId="{0C404773-1F82-467D-A45B-4A0637D344C2}" type="pres">
      <dgm:prSet presAssocID="{910CC88C-6079-4506-8793-85CDE225A15B}" presName="descendantText" presStyleLbl="alignAccFollowNode1" presStyleIdx="0" presStyleCnt="5">
        <dgm:presLayoutVars>
          <dgm:bulletEnabled/>
        </dgm:presLayoutVars>
      </dgm:prSet>
      <dgm:spPr/>
    </dgm:pt>
    <dgm:pt modelId="{DB2EF9DC-1F01-48F2-A8BE-BF54D1510350}" type="pres">
      <dgm:prSet presAssocID="{A4C9C948-A62A-4DAC-86F4-64F6F6772A65}" presName="sp" presStyleCnt="0"/>
      <dgm:spPr/>
    </dgm:pt>
    <dgm:pt modelId="{0F1D95F1-EC87-4B94-ABC5-FB92AC0AB0FE}" type="pres">
      <dgm:prSet presAssocID="{4F9AB4D0-E067-4585-ACE0-292DFFB2DDF4}" presName="linNode" presStyleCnt="0"/>
      <dgm:spPr/>
    </dgm:pt>
    <dgm:pt modelId="{D943B20C-B67F-41E0-B8A6-CD278CCD0ED7}" type="pres">
      <dgm:prSet presAssocID="{4F9AB4D0-E067-4585-ACE0-292DFFB2DDF4}" presName="parentText" presStyleLbl="alignNode1" presStyleIdx="1" presStyleCnt="5">
        <dgm:presLayoutVars>
          <dgm:chMax val="1"/>
          <dgm:bulletEnabled/>
        </dgm:presLayoutVars>
      </dgm:prSet>
      <dgm:spPr/>
    </dgm:pt>
    <dgm:pt modelId="{283CA99C-4FD4-40E7-A2F4-D29D2E1C47BC}" type="pres">
      <dgm:prSet presAssocID="{4F9AB4D0-E067-4585-ACE0-292DFFB2DDF4}" presName="descendantText" presStyleLbl="alignAccFollowNode1" presStyleIdx="1" presStyleCnt="5">
        <dgm:presLayoutVars>
          <dgm:bulletEnabled/>
        </dgm:presLayoutVars>
      </dgm:prSet>
      <dgm:spPr/>
    </dgm:pt>
    <dgm:pt modelId="{6246282A-599B-43D3-A88D-320F0293210E}" type="pres">
      <dgm:prSet presAssocID="{694CE5A2-F3C4-46DB-84AF-2C7588D06D22}" presName="sp" presStyleCnt="0"/>
      <dgm:spPr/>
    </dgm:pt>
    <dgm:pt modelId="{7F682792-E79B-41DE-9082-3F848124CB77}" type="pres">
      <dgm:prSet presAssocID="{A10813C5-C4D0-4B09-8D65-E3EC83E8633C}" presName="linNode" presStyleCnt="0"/>
      <dgm:spPr/>
    </dgm:pt>
    <dgm:pt modelId="{4FD5E621-2969-4D39-87CE-AB2A46FC99EB}" type="pres">
      <dgm:prSet presAssocID="{A10813C5-C4D0-4B09-8D65-E3EC83E8633C}" presName="parentText" presStyleLbl="alignNode1" presStyleIdx="2" presStyleCnt="5">
        <dgm:presLayoutVars>
          <dgm:chMax val="1"/>
          <dgm:bulletEnabled/>
        </dgm:presLayoutVars>
      </dgm:prSet>
      <dgm:spPr/>
    </dgm:pt>
    <dgm:pt modelId="{F8F14ADD-BB8D-4F22-93CC-C0FE0877C266}" type="pres">
      <dgm:prSet presAssocID="{A10813C5-C4D0-4B09-8D65-E3EC83E8633C}" presName="descendantText" presStyleLbl="alignAccFollowNode1" presStyleIdx="2" presStyleCnt="5">
        <dgm:presLayoutVars>
          <dgm:bulletEnabled/>
        </dgm:presLayoutVars>
      </dgm:prSet>
      <dgm:spPr/>
    </dgm:pt>
    <dgm:pt modelId="{D716755A-7F5A-4E7B-A958-DFA9470321FC}" type="pres">
      <dgm:prSet presAssocID="{50A0350F-A6AE-4FAF-91E3-42ACA475C9BF}" presName="sp" presStyleCnt="0"/>
      <dgm:spPr/>
    </dgm:pt>
    <dgm:pt modelId="{94DF6BCE-5168-4F0A-9D01-1C64FD40A4BC}" type="pres">
      <dgm:prSet presAssocID="{0F71062B-47ED-461B-813D-581223DF229A}" presName="linNode" presStyleCnt="0"/>
      <dgm:spPr/>
    </dgm:pt>
    <dgm:pt modelId="{21CC2C91-5F28-4EB1-9D1C-6E705E6E8286}" type="pres">
      <dgm:prSet presAssocID="{0F71062B-47ED-461B-813D-581223DF229A}" presName="parentText" presStyleLbl="alignNode1" presStyleIdx="3" presStyleCnt="5">
        <dgm:presLayoutVars>
          <dgm:chMax val="1"/>
          <dgm:bulletEnabled/>
        </dgm:presLayoutVars>
      </dgm:prSet>
      <dgm:spPr/>
    </dgm:pt>
    <dgm:pt modelId="{56E72B32-C027-4E2E-A0AC-6BDEF9867779}" type="pres">
      <dgm:prSet presAssocID="{0F71062B-47ED-461B-813D-581223DF229A}" presName="descendantText" presStyleLbl="alignAccFollowNode1" presStyleIdx="3" presStyleCnt="5">
        <dgm:presLayoutVars>
          <dgm:bulletEnabled/>
        </dgm:presLayoutVars>
      </dgm:prSet>
      <dgm:spPr/>
    </dgm:pt>
    <dgm:pt modelId="{BCEE45BD-3911-49D6-AE03-D3E934412BBF}" type="pres">
      <dgm:prSet presAssocID="{6D0CC3F6-1144-497A-B0A4-3B0F23C67882}" presName="sp" presStyleCnt="0"/>
      <dgm:spPr/>
    </dgm:pt>
    <dgm:pt modelId="{DB90234D-E461-4F63-983D-A2E8B0056A86}" type="pres">
      <dgm:prSet presAssocID="{23B225C4-D669-4B2C-9C88-15231FE2A020}" presName="linNode" presStyleCnt="0"/>
      <dgm:spPr/>
    </dgm:pt>
    <dgm:pt modelId="{C70F1EBD-77A8-4792-A4EE-B0E4B1F2F053}" type="pres">
      <dgm:prSet presAssocID="{23B225C4-D669-4B2C-9C88-15231FE2A020}" presName="parentText" presStyleLbl="alignNode1" presStyleIdx="4" presStyleCnt="5">
        <dgm:presLayoutVars>
          <dgm:chMax val="1"/>
          <dgm:bulletEnabled/>
        </dgm:presLayoutVars>
      </dgm:prSet>
      <dgm:spPr/>
    </dgm:pt>
    <dgm:pt modelId="{E8D9FCF0-A796-4737-9CA4-93C7954450A0}" type="pres">
      <dgm:prSet presAssocID="{23B225C4-D669-4B2C-9C88-15231FE2A020}" presName="descendantText" presStyleLbl="alignAccFollowNode1" presStyleIdx="4" presStyleCnt="5">
        <dgm:presLayoutVars>
          <dgm:bulletEnabled/>
        </dgm:presLayoutVars>
      </dgm:prSet>
      <dgm:spPr/>
    </dgm:pt>
  </dgm:ptLst>
  <dgm:cxnLst>
    <dgm:cxn modelId="{D6FA480B-E954-4B51-A6FC-7CDEA38D4B88}" type="presOf" srcId="{A10813C5-C4D0-4B09-8D65-E3EC83E8633C}" destId="{4FD5E621-2969-4D39-87CE-AB2A46FC99EB}" srcOrd="0" destOrd="0" presId="urn:microsoft.com/office/officeart/2016/7/layout/VerticalSolidActionList"/>
    <dgm:cxn modelId="{348D190C-924C-4F48-89A9-A3BB002B737E}" srcId="{14E697EC-5181-4098-9C9E-019C1279BD5C}" destId="{A10813C5-C4D0-4B09-8D65-E3EC83E8633C}" srcOrd="2" destOrd="0" parTransId="{E461126A-7A13-48B8-AB89-270059469A3B}" sibTransId="{50A0350F-A6AE-4FAF-91E3-42ACA475C9BF}"/>
    <dgm:cxn modelId="{CEE86E0C-3A5E-4123-A2DF-292413C5BB0A}" srcId="{0F71062B-47ED-461B-813D-581223DF229A}" destId="{625FA24E-CE06-431A-8D0A-A7A0ECF362E7}" srcOrd="0" destOrd="0" parTransId="{5E980C1C-65FB-45FB-A3B9-72ACA714A4E7}" sibTransId="{6FFB73EA-4352-46DB-93DA-C2EE4B76E16E}"/>
    <dgm:cxn modelId="{598B0B19-AE35-4AF6-9480-61E0F9E37539}" srcId="{4F9AB4D0-E067-4585-ACE0-292DFFB2DDF4}" destId="{61E8B16D-1865-4B7C-B479-72B4FB495052}" srcOrd="0" destOrd="0" parTransId="{1B30DCB9-7F1A-4C38-8500-C14B96B29303}" sibTransId="{DCAB3476-AB33-45D5-BB15-10A983CE0CEF}"/>
    <dgm:cxn modelId="{37A27C3B-7E4E-4D8D-8F37-B27DFD751895}" type="presOf" srcId="{23B225C4-D669-4B2C-9C88-15231FE2A020}" destId="{C70F1EBD-77A8-4792-A4EE-B0E4B1F2F053}" srcOrd="0" destOrd="0" presId="urn:microsoft.com/office/officeart/2016/7/layout/VerticalSolidActionList"/>
    <dgm:cxn modelId="{FDED585D-AA69-4DCA-9E60-9379DE33E3D6}" type="presOf" srcId="{D445AE3C-7D84-49E0-A099-9901D7B91283}" destId="{E8D9FCF0-A796-4737-9CA4-93C7954450A0}" srcOrd="0" destOrd="0" presId="urn:microsoft.com/office/officeart/2016/7/layout/VerticalSolidActionList"/>
    <dgm:cxn modelId="{C17AB95E-9199-4F4E-ACC3-4CC7CAFCFA3D}" type="presOf" srcId="{FC273CAD-1633-494E-B0E9-74A48C829E25}" destId="{F8F14ADD-BB8D-4F22-93CC-C0FE0877C266}" srcOrd="0" destOrd="0" presId="urn:microsoft.com/office/officeart/2016/7/layout/VerticalSolidActionList"/>
    <dgm:cxn modelId="{89984E4C-6E08-469A-85B3-C0367138E0D5}" type="presOf" srcId="{5C0D187D-5292-463F-AF51-F9FAB8AD342D}" destId="{0C404773-1F82-467D-A45B-4A0637D344C2}" srcOrd="0" destOrd="0" presId="urn:microsoft.com/office/officeart/2016/7/layout/VerticalSolidActionList"/>
    <dgm:cxn modelId="{BDD03054-DAAD-4DB0-9A05-A90CE910A585}" srcId="{14E697EC-5181-4098-9C9E-019C1279BD5C}" destId="{4F9AB4D0-E067-4585-ACE0-292DFFB2DDF4}" srcOrd="1" destOrd="0" parTransId="{B33F996B-FCB4-47DA-8F6C-B14EE4D1469F}" sibTransId="{694CE5A2-F3C4-46DB-84AF-2C7588D06D22}"/>
    <dgm:cxn modelId="{59616459-D356-4BC2-B274-EA081EEF2F64}" type="presOf" srcId="{61E8B16D-1865-4B7C-B479-72B4FB495052}" destId="{283CA99C-4FD4-40E7-A2F4-D29D2E1C47BC}" srcOrd="0" destOrd="0" presId="urn:microsoft.com/office/officeart/2016/7/layout/VerticalSolidActionList"/>
    <dgm:cxn modelId="{27D89189-A5BC-4C9A-B512-6A93832850AC}" srcId="{A10813C5-C4D0-4B09-8D65-E3EC83E8633C}" destId="{FC273CAD-1633-494E-B0E9-74A48C829E25}" srcOrd="0" destOrd="0" parTransId="{AFFB7528-D09B-4480-A44E-0F340E333636}" sibTransId="{2113D489-526C-4B6C-87C8-9E198CFAF182}"/>
    <dgm:cxn modelId="{4967AC92-6FBA-4D51-A73B-E3B1AD235909}" type="presOf" srcId="{0F71062B-47ED-461B-813D-581223DF229A}" destId="{21CC2C91-5F28-4EB1-9D1C-6E705E6E8286}" srcOrd="0" destOrd="0" presId="urn:microsoft.com/office/officeart/2016/7/layout/VerticalSolidActionList"/>
    <dgm:cxn modelId="{AEDE6B9F-EA78-463C-A72A-82BA934FA736}" srcId="{910CC88C-6079-4506-8793-85CDE225A15B}" destId="{5C0D187D-5292-463F-AF51-F9FAB8AD342D}" srcOrd="0" destOrd="0" parTransId="{1DB7EA98-6D81-401F-BA5F-83894080159F}" sibTransId="{90240E0D-B3BF-440E-A4CF-CC0A88285A39}"/>
    <dgm:cxn modelId="{18070DA0-3B7F-44E6-8A9A-1EDE2B1B759A}" type="presOf" srcId="{910CC88C-6079-4506-8793-85CDE225A15B}" destId="{AEB06580-EF80-4ED8-B31B-C201DE44B111}" srcOrd="0" destOrd="0" presId="urn:microsoft.com/office/officeart/2016/7/layout/VerticalSolidActionList"/>
    <dgm:cxn modelId="{E0A115A9-C3ED-4B10-994C-6178566F5CDA}" type="presOf" srcId="{4F9AB4D0-E067-4585-ACE0-292DFFB2DDF4}" destId="{D943B20C-B67F-41E0-B8A6-CD278CCD0ED7}" srcOrd="0" destOrd="0" presId="urn:microsoft.com/office/officeart/2016/7/layout/VerticalSolidActionList"/>
    <dgm:cxn modelId="{8E093CA9-C625-4FB9-BFD2-1CAD879C658A}" type="presOf" srcId="{625FA24E-CE06-431A-8D0A-A7A0ECF362E7}" destId="{56E72B32-C027-4E2E-A0AC-6BDEF9867779}" srcOrd="0" destOrd="0" presId="urn:microsoft.com/office/officeart/2016/7/layout/VerticalSolidActionList"/>
    <dgm:cxn modelId="{55D7C3BB-58FB-4FA8-A1EB-AFE47B8A5EB9}" srcId="{14E697EC-5181-4098-9C9E-019C1279BD5C}" destId="{910CC88C-6079-4506-8793-85CDE225A15B}" srcOrd="0" destOrd="0" parTransId="{9D0675BD-C26D-4576-AAAD-2EF6839CD5FA}" sibTransId="{A4C9C948-A62A-4DAC-86F4-64F6F6772A65}"/>
    <dgm:cxn modelId="{BB2A1ACA-81B2-4775-A4AE-99D4C2807A31}" srcId="{14E697EC-5181-4098-9C9E-019C1279BD5C}" destId="{23B225C4-D669-4B2C-9C88-15231FE2A020}" srcOrd="4" destOrd="0" parTransId="{693237BB-C793-4E3F-9A77-78DA640A3C67}" sibTransId="{F111C848-1CCE-4A0A-9706-AB6C9E92D6A3}"/>
    <dgm:cxn modelId="{C5F1E1D4-EFA6-47E9-AACC-0D8F2482F78E}" srcId="{14E697EC-5181-4098-9C9E-019C1279BD5C}" destId="{0F71062B-47ED-461B-813D-581223DF229A}" srcOrd="3" destOrd="0" parTransId="{6B4E3185-F3F5-4A42-8DCA-6B0C29404E95}" sibTransId="{6D0CC3F6-1144-497A-B0A4-3B0F23C67882}"/>
    <dgm:cxn modelId="{5E0890DE-61D0-4F6E-959F-F8DCE4651F1E}" srcId="{23B225C4-D669-4B2C-9C88-15231FE2A020}" destId="{D445AE3C-7D84-49E0-A099-9901D7B91283}" srcOrd="0" destOrd="0" parTransId="{4758ABE7-C538-4EE8-9D2B-576CBC474695}" sibTransId="{39B65DC0-322F-4245-8DD5-EAAFF239CEFC}"/>
    <dgm:cxn modelId="{BDC270F2-EA46-458E-BA5A-69D829972253}" type="presOf" srcId="{14E697EC-5181-4098-9C9E-019C1279BD5C}" destId="{03F42E7D-5F19-4C63-BACD-940A4E15C9E6}" srcOrd="0" destOrd="0" presId="urn:microsoft.com/office/officeart/2016/7/layout/VerticalSolidActionList"/>
    <dgm:cxn modelId="{0EC28698-24E3-48F2-A938-FE5C8BEC097F}" type="presParOf" srcId="{03F42E7D-5F19-4C63-BACD-940A4E15C9E6}" destId="{B3E1FA97-B888-459A-9568-0EBBFED60C50}" srcOrd="0" destOrd="0" presId="urn:microsoft.com/office/officeart/2016/7/layout/VerticalSolidActionList"/>
    <dgm:cxn modelId="{5BD74E93-EB69-4645-AA20-D6730A30E882}" type="presParOf" srcId="{B3E1FA97-B888-459A-9568-0EBBFED60C50}" destId="{AEB06580-EF80-4ED8-B31B-C201DE44B111}" srcOrd="0" destOrd="0" presId="urn:microsoft.com/office/officeart/2016/7/layout/VerticalSolidActionList"/>
    <dgm:cxn modelId="{BF443260-DFC5-4784-A4BE-67175C2F00A8}" type="presParOf" srcId="{B3E1FA97-B888-459A-9568-0EBBFED60C50}" destId="{0C404773-1F82-467D-A45B-4A0637D344C2}" srcOrd="1" destOrd="0" presId="urn:microsoft.com/office/officeart/2016/7/layout/VerticalSolidActionList"/>
    <dgm:cxn modelId="{DA318587-3B5C-45B8-9A3E-D1249BE4051B}" type="presParOf" srcId="{03F42E7D-5F19-4C63-BACD-940A4E15C9E6}" destId="{DB2EF9DC-1F01-48F2-A8BE-BF54D1510350}" srcOrd="1" destOrd="0" presId="urn:microsoft.com/office/officeart/2016/7/layout/VerticalSolidActionList"/>
    <dgm:cxn modelId="{63A5E5C3-F599-4F0A-905D-C27DB794C7B6}" type="presParOf" srcId="{03F42E7D-5F19-4C63-BACD-940A4E15C9E6}" destId="{0F1D95F1-EC87-4B94-ABC5-FB92AC0AB0FE}" srcOrd="2" destOrd="0" presId="urn:microsoft.com/office/officeart/2016/7/layout/VerticalSolidActionList"/>
    <dgm:cxn modelId="{9B5F6C72-AA1E-4CD5-8C4E-722D749E60D3}" type="presParOf" srcId="{0F1D95F1-EC87-4B94-ABC5-FB92AC0AB0FE}" destId="{D943B20C-B67F-41E0-B8A6-CD278CCD0ED7}" srcOrd="0" destOrd="0" presId="urn:microsoft.com/office/officeart/2016/7/layout/VerticalSolidActionList"/>
    <dgm:cxn modelId="{0FFBB8C7-B66D-4377-9883-886C92C29992}" type="presParOf" srcId="{0F1D95F1-EC87-4B94-ABC5-FB92AC0AB0FE}" destId="{283CA99C-4FD4-40E7-A2F4-D29D2E1C47BC}" srcOrd="1" destOrd="0" presId="urn:microsoft.com/office/officeart/2016/7/layout/VerticalSolidActionList"/>
    <dgm:cxn modelId="{57B84920-D6FF-4511-94BD-7C26C5DE64CD}" type="presParOf" srcId="{03F42E7D-5F19-4C63-BACD-940A4E15C9E6}" destId="{6246282A-599B-43D3-A88D-320F0293210E}" srcOrd="3" destOrd="0" presId="urn:microsoft.com/office/officeart/2016/7/layout/VerticalSolidActionList"/>
    <dgm:cxn modelId="{56B49A3A-895C-4D3D-B1C3-FA688683A2A7}" type="presParOf" srcId="{03F42E7D-5F19-4C63-BACD-940A4E15C9E6}" destId="{7F682792-E79B-41DE-9082-3F848124CB77}" srcOrd="4" destOrd="0" presId="urn:microsoft.com/office/officeart/2016/7/layout/VerticalSolidActionList"/>
    <dgm:cxn modelId="{F40AB988-4B66-48F4-A509-EB988DB5CF11}" type="presParOf" srcId="{7F682792-E79B-41DE-9082-3F848124CB77}" destId="{4FD5E621-2969-4D39-87CE-AB2A46FC99EB}" srcOrd="0" destOrd="0" presId="urn:microsoft.com/office/officeart/2016/7/layout/VerticalSolidActionList"/>
    <dgm:cxn modelId="{0A534875-2A0F-4ACA-88AE-55ECE491FF1D}" type="presParOf" srcId="{7F682792-E79B-41DE-9082-3F848124CB77}" destId="{F8F14ADD-BB8D-4F22-93CC-C0FE0877C266}" srcOrd="1" destOrd="0" presId="urn:microsoft.com/office/officeart/2016/7/layout/VerticalSolidActionList"/>
    <dgm:cxn modelId="{64EC1DAF-1E8C-418A-9D9A-F29ADA36E49B}" type="presParOf" srcId="{03F42E7D-5F19-4C63-BACD-940A4E15C9E6}" destId="{D716755A-7F5A-4E7B-A958-DFA9470321FC}" srcOrd="5" destOrd="0" presId="urn:microsoft.com/office/officeart/2016/7/layout/VerticalSolidActionList"/>
    <dgm:cxn modelId="{4FE0C389-7366-497F-89F9-BDA28D717AC3}" type="presParOf" srcId="{03F42E7D-5F19-4C63-BACD-940A4E15C9E6}" destId="{94DF6BCE-5168-4F0A-9D01-1C64FD40A4BC}" srcOrd="6" destOrd="0" presId="urn:microsoft.com/office/officeart/2016/7/layout/VerticalSolidActionList"/>
    <dgm:cxn modelId="{2CD3BB9E-0EE0-45A2-92C8-4597F8621EE3}" type="presParOf" srcId="{94DF6BCE-5168-4F0A-9D01-1C64FD40A4BC}" destId="{21CC2C91-5F28-4EB1-9D1C-6E705E6E8286}" srcOrd="0" destOrd="0" presId="urn:microsoft.com/office/officeart/2016/7/layout/VerticalSolidActionList"/>
    <dgm:cxn modelId="{521EC990-3881-4A14-ACF8-A20639B8233F}" type="presParOf" srcId="{94DF6BCE-5168-4F0A-9D01-1C64FD40A4BC}" destId="{56E72B32-C027-4E2E-A0AC-6BDEF9867779}" srcOrd="1" destOrd="0" presId="urn:microsoft.com/office/officeart/2016/7/layout/VerticalSolidActionList"/>
    <dgm:cxn modelId="{990A3C68-F332-4231-BF58-461EC35D4613}" type="presParOf" srcId="{03F42E7D-5F19-4C63-BACD-940A4E15C9E6}" destId="{BCEE45BD-3911-49D6-AE03-D3E934412BBF}" srcOrd="7" destOrd="0" presId="urn:microsoft.com/office/officeart/2016/7/layout/VerticalSolidActionList"/>
    <dgm:cxn modelId="{50A50CD1-BE59-4F9B-82DE-4506D48F64E4}" type="presParOf" srcId="{03F42E7D-5F19-4C63-BACD-940A4E15C9E6}" destId="{DB90234D-E461-4F63-983D-A2E8B0056A86}" srcOrd="8" destOrd="0" presId="urn:microsoft.com/office/officeart/2016/7/layout/VerticalSolidActionList"/>
    <dgm:cxn modelId="{5A6C082B-BE1D-48EF-8D58-27616499D64E}" type="presParOf" srcId="{DB90234D-E461-4F63-983D-A2E8B0056A86}" destId="{C70F1EBD-77A8-4792-A4EE-B0E4B1F2F053}" srcOrd="0" destOrd="0" presId="urn:microsoft.com/office/officeart/2016/7/layout/VerticalSolidActionList"/>
    <dgm:cxn modelId="{0E347716-8AE4-4D37-8C08-53719686D3DC}" type="presParOf" srcId="{DB90234D-E461-4F63-983D-A2E8B0056A86}" destId="{E8D9FCF0-A796-4737-9CA4-93C7954450A0}" srcOrd="1" destOrd="0" presId="urn:microsoft.com/office/officeart/2016/7/layout/VerticalSolidAc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04300B-F0D9-4689-BD73-3E13B5B5C0FD}">
      <dsp:nvSpPr>
        <dsp:cNvPr id="0" name=""/>
        <dsp:cNvSpPr/>
      </dsp:nvSpPr>
      <dsp:spPr>
        <a:xfrm>
          <a:off x="1116074" y="26881"/>
          <a:ext cx="1372500" cy="137250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E54C03F-0984-4910-9F35-123F541A8EDC}">
      <dsp:nvSpPr>
        <dsp:cNvPr id="0" name=""/>
        <dsp:cNvSpPr/>
      </dsp:nvSpPr>
      <dsp:spPr>
        <a:xfrm>
          <a:off x="1408575" y="319381"/>
          <a:ext cx="787500" cy="7875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4F8F032B-D0C8-47EA-8376-7A176853A6C0}">
      <dsp:nvSpPr>
        <dsp:cNvPr id="0" name=""/>
        <dsp:cNvSpPr/>
      </dsp:nvSpPr>
      <dsp:spPr>
        <a:xfrm>
          <a:off x="677324" y="1826881"/>
          <a:ext cx="225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General Netiquette</a:t>
          </a:r>
        </a:p>
      </dsp:txBody>
      <dsp:txXfrm>
        <a:off x="677324" y="1826881"/>
        <a:ext cx="2250000" cy="720000"/>
      </dsp:txXfrm>
    </dsp:sp>
    <dsp:sp modelId="{149C86BD-C56C-40EE-AA68-2CA509485F3B}">
      <dsp:nvSpPr>
        <dsp:cNvPr id="0" name=""/>
        <dsp:cNvSpPr/>
      </dsp:nvSpPr>
      <dsp:spPr>
        <a:xfrm>
          <a:off x="3759825" y="26881"/>
          <a:ext cx="1372500" cy="1372500"/>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6A5998E-9210-40C9-A828-83EB676B377C}">
      <dsp:nvSpPr>
        <dsp:cNvPr id="0" name=""/>
        <dsp:cNvSpPr/>
      </dsp:nvSpPr>
      <dsp:spPr>
        <a:xfrm>
          <a:off x="4052325" y="319381"/>
          <a:ext cx="787500" cy="7875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1B4E11BE-A9F7-4C6D-AA69-AD90C7930A71}">
      <dsp:nvSpPr>
        <dsp:cNvPr id="0" name=""/>
        <dsp:cNvSpPr/>
      </dsp:nvSpPr>
      <dsp:spPr>
        <a:xfrm>
          <a:off x="3321075" y="1826881"/>
          <a:ext cx="225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Netiquette in Online Education </a:t>
          </a:r>
        </a:p>
      </dsp:txBody>
      <dsp:txXfrm>
        <a:off x="3321075" y="1826881"/>
        <a:ext cx="2250000" cy="720000"/>
      </dsp:txXfrm>
    </dsp:sp>
    <dsp:sp modelId="{9412F82F-BC14-4014-BAD3-37630A2FFCB2}">
      <dsp:nvSpPr>
        <dsp:cNvPr id="0" name=""/>
        <dsp:cNvSpPr/>
      </dsp:nvSpPr>
      <dsp:spPr>
        <a:xfrm>
          <a:off x="2437950" y="3109381"/>
          <a:ext cx="1372500" cy="1372500"/>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D82256A-49B7-4A2D-AA34-667B311571F1}">
      <dsp:nvSpPr>
        <dsp:cNvPr id="0" name=""/>
        <dsp:cNvSpPr/>
      </dsp:nvSpPr>
      <dsp:spPr>
        <a:xfrm>
          <a:off x="2730450" y="3401881"/>
          <a:ext cx="787500" cy="7875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2EA59B5A-D6A2-451D-8940-A2F798484242}">
      <dsp:nvSpPr>
        <dsp:cNvPr id="0" name=""/>
        <dsp:cNvSpPr/>
      </dsp:nvSpPr>
      <dsp:spPr>
        <a:xfrm>
          <a:off x="1999200" y="4909381"/>
          <a:ext cx="225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Importance of Netiquette for Virtual Employees</a:t>
          </a:r>
        </a:p>
      </dsp:txBody>
      <dsp:txXfrm>
        <a:off x="1999200" y="4909381"/>
        <a:ext cx="225000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42C6E0-2307-4B79-A73E-4499D2CB2A4F}">
      <dsp:nvSpPr>
        <dsp:cNvPr id="0" name=""/>
        <dsp:cNvSpPr/>
      </dsp:nvSpPr>
      <dsp:spPr>
        <a:xfrm>
          <a:off x="0" y="189691"/>
          <a:ext cx="6248400" cy="1712880"/>
        </a:xfrm>
        <a:prstGeom prst="roundRect">
          <a:avLst/>
        </a:prstGeom>
        <a:solidFill>
          <a:schemeClr val="accent2">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a:t>We create personal pages, post messages, and interact via mediated technologies as a normal part of our careers, but how we conduct ourselves can leave a lasting image, literally. </a:t>
          </a:r>
          <a:endParaRPr lang="en-US" sz="2400" kern="1200"/>
        </a:p>
      </dsp:txBody>
      <dsp:txXfrm>
        <a:off x="83616" y="273307"/>
        <a:ext cx="6081168" cy="1545648"/>
      </dsp:txXfrm>
    </dsp:sp>
    <dsp:sp modelId="{76ABBBF9-9045-44C0-B115-5D85C804CFCF}">
      <dsp:nvSpPr>
        <dsp:cNvPr id="0" name=""/>
        <dsp:cNvSpPr/>
      </dsp:nvSpPr>
      <dsp:spPr>
        <a:xfrm>
          <a:off x="0" y="1971691"/>
          <a:ext cx="6248400" cy="1712880"/>
        </a:xfrm>
        <a:prstGeom prst="roundRect">
          <a:avLst/>
        </a:prstGeom>
        <a:solidFill>
          <a:schemeClr val="accent2">
            <a:hueOff val="632318"/>
            <a:satOff val="-1859"/>
            <a:lumOff val="-1372"/>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a:t>The photograph you posted on your social media account may have been seen by your potential employer, or that nasty remark in a post may come back to haunt you later. </a:t>
          </a:r>
          <a:endParaRPr lang="en-US" sz="2400" kern="1200"/>
        </a:p>
      </dsp:txBody>
      <dsp:txXfrm>
        <a:off x="83616" y="2055307"/>
        <a:ext cx="6081168" cy="1545648"/>
      </dsp:txXfrm>
    </dsp:sp>
    <dsp:sp modelId="{DBF6F509-CBC6-4EF4-B9ED-4D88AD742CDF}">
      <dsp:nvSpPr>
        <dsp:cNvPr id="0" name=""/>
        <dsp:cNvSpPr/>
      </dsp:nvSpPr>
      <dsp:spPr>
        <a:xfrm>
          <a:off x="0" y="3753691"/>
          <a:ext cx="6248400" cy="1712880"/>
        </a:xfrm>
        <a:prstGeom prst="roundRect">
          <a:avLst/>
        </a:prstGeom>
        <a:solidFill>
          <a:schemeClr val="accent2">
            <a:hueOff val="1264637"/>
            <a:satOff val="-3718"/>
            <a:lumOff val="-2745"/>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a:t>Some fifteen years ago, when the Internet was a new phenomenon, Virginia Shea laid out a series of ground rules for communication online that continue to serve us today.</a:t>
          </a:r>
          <a:endParaRPr lang="en-US" sz="2400" kern="1200"/>
        </a:p>
      </dsp:txBody>
      <dsp:txXfrm>
        <a:off x="83616" y="3837307"/>
        <a:ext cx="6081168" cy="154564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96CCBF-B1CE-4D1F-8831-E83CF8C0BD5B}">
      <dsp:nvSpPr>
        <dsp:cNvPr id="0" name=""/>
        <dsp:cNvSpPr/>
      </dsp:nvSpPr>
      <dsp:spPr>
        <a:xfrm>
          <a:off x="1249680" y="2458"/>
          <a:ext cx="4998720" cy="1078501"/>
        </a:xfrm>
        <a:prstGeom prst="rect">
          <a:avLst/>
        </a:prstGeom>
        <a:solidFill>
          <a:schemeClr val="accent2">
            <a:tint val="40000"/>
            <a:alpha val="90000"/>
            <a:hueOff val="0"/>
            <a:satOff val="0"/>
            <a:lumOff val="0"/>
            <a:alphaOff val="0"/>
          </a:schemeClr>
        </a:solidFill>
        <a:ln w="12700" cap="flat" cmpd="sng" algn="in">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989" tIns="273939" rIns="96989" bIns="273939" numCol="1" spcCol="1270" anchor="ctr" anchorCtr="0">
          <a:noAutofit/>
        </a:bodyPr>
        <a:lstStyle/>
        <a:p>
          <a:pPr marL="0" lvl="0" indent="0" algn="l" defTabSz="711200">
            <a:lnSpc>
              <a:spcPct val="90000"/>
            </a:lnSpc>
            <a:spcBef>
              <a:spcPct val="0"/>
            </a:spcBef>
            <a:spcAft>
              <a:spcPct val="35000"/>
            </a:spcAft>
            <a:buNone/>
          </a:pPr>
          <a:r>
            <a:rPr lang="en-US" sz="1600" kern="1200"/>
            <a:t>Remember the human on the other side of the electronic communication.</a:t>
          </a:r>
        </a:p>
      </dsp:txBody>
      <dsp:txXfrm>
        <a:off x="1249680" y="2458"/>
        <a:ext cx="4998720" cy="1078501"/>
      </dsp:txXfrm>
    </dsp:sp>
    <dsp:sp modelId="{0DF36B37-FF32-478C-BD01-BD4F8D68A75B}">
      <dsp:nvSpPr>
        <dsp:cNvPr id="0" name=""/>
        <dsp:cNvSpPr/>
      </dsp:nvSpPr>
      <dsp:spPr>
        <a:xfrm>
          <a:off x="0" y="2458"/>
          <a:ext cx="1249680" cy="1078501"/>
        </a:xfrm>
        <a:prstGeom prst="rect">
          <a:avLst/>
        </a:prstGeom>
        <a:solidFill>
          <a:schemeClr val="accent2">
            <a:hueOff val="0"/>
            <a:satOff val="0"/>
            <a:lumOff val="0"/>
            <a:alphaOff val="0"/>
          </a:schemeClr>
        </a:solidFill>
        <a:ln w="12700" cap="flat" cmpd="sng" algn="in">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6129" tIns="106532" rIns="66129" bIns="106532" numCol="1" spcCol="1270" anchor="ctr" anchorCtr="0">
          <a:noAutofit/>
        </a:bodyPr>
        <a:lstStyle/>
        <a:p>
          <a:pPr marL="0" lvl="0" indent="0" algn="ctr" defTabSz="844550">
            <a:lnSpc>
              <a:spcPct val="90000"/>
            </a:lnSpc>
            <a:spcBef>
              <a:spcPct val="0"/>
            </a:spcBef>
            <a:spcAft>
              <a:spcPct val="35000"/>
            </a:spcAft>
            <a:buNone/>
          </a:pPr>
          <a:r>
            <a:rPr lang="en-US" sz="1900" kern="1200"/>
            <a:t>Remember</a:t>
          </a:r>
        </a:p>
      </dsp:txBody>
      <dsp:txXfrm>
        <a:off x="0" y="2458"/>
        <a:ext cx="1249680" cy="1078501"/>
      </dsp:txXfrm>
    </dsp:sp>
    <dsp:sp modelId="{FA6B3B97-369D-4534-9214-296C2830CB7A}">
      <dsp:nvSpPr>
        <dsp:cNvPr id="0" name=""/>
        <dsp:cNvSpPr/>
      </dsp:nvSpPr>
      <dsp:spPr>
        <a:xfrm>
          <a:off x="1249680" y="1145669"/>
          <a:ext cx="4998720" cy="1078501"/>
        </a:xfrm>
        <a:prstGeom prst="rect">
          <a:avLst/>
        </a:prstGeom>
        <a:solidFill>
          <a:schemeClr val="accent2">
            <a:tint val="40000"/>
            <a:alpha val="90000"/>
            <a:hueOff val="330012"/>
            <a:satOff val="-1277"/>
            <a:lumOff val="-153"/>
            <a:alphaOff val="0"/>
          </a:schemeClr>
        </a:solidFill>
        <a:ln w="12700" cap="flat" cmpd="sng" algn="in">
          <a:solidFill>
            <a:schemeClr val="accent2">
              <a:tint val="40000"/>
              <a:alpha val="90000"/>
              <a:hueOff val="330012"/>
              <a:satOff val="-1277"/>
              <a:lumOff val="-15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989" tIns="273939" rIns="96989" bIns="273939" numCol="1" spcCol="1270" anchor="ctr" anchorCtr="0">
          <a:noAutofit/>
        </a:bodyPr>
        <a:lstStyle/>
        <a:p>
          <a:pPr marL="0" lvl="0" indent="0" algn="l" defTabSz="711200">
            <a:lnSpc>
              <a:spcPct val="90000"/>
            </a:lnSpc>
            <a:spcBef>
              <a:spcPct val="0"/>
            </a:spcBef>
            <a:spcAft>
              <a:spcPct val="35000"/>
            </a:spcAft>
            <a:buNone/>
          </a:pPr>
          <a:r>
            <a:rPr lang="en-US" sz="1600" kern="1200"/>
            <a:t>Adhere to the same standards of behavior online that you follow in real life.</a:t>
          </a:r>
        </a:p>
      </dsp:txBody>
      <dsp:txXfrm>
        <a:off x="1249680" y="1145669"/>
        <a:ext cx="4998720" cy="1078501"/>
      </dsp:txXfrm>
    </dsp:sp>
    <dsp:sp modelId="{05ACCEA3-20B6-4D7E-9925-DF5FF9A1B6EA}">
      <dsp:nvSpPr>
        <dsp:cNvPr id="0" name=""/>
        <dsp:cNvSpPr/>
      </dsp:nvSpPr>
      <dsp:spPr>
        <a:xfrm>
          <a:off x="0" y="1145669"/>
          <a:ext cx="1249680" cy="1078501"/>
        </a:xfrm>
        <a:prstGeom prst="rect">
          <a:avLst/>
        </a:prstGeom>
        <a:solidFill>
          <a:schemeClr val="accent2">
            <a:hueOff val="316159"/>
            <a:satOff val="-930"/>
            <a:lumOff val="-686"/>
            <a:alphaOff val="0"/>
          </a:schemeClr>
        </a:solidFill>
        <a:ln w="12700" cap="flat" cmpd="sng" algn="in">
          <a:solidFill>
            <a:schemeClr val="accent2">
              <a:hueOff val="316159"/>
              <a:satOff val="-930"/>
              <a:lumOff val="-686"/>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6129" tIns="106532" rIns="66129" bIns="106532" numCol="1" spcCol="1270" anchor="ctr" anchorCtr="0">
          <a:noAutofit/>
        </a:bodyPr>
        <a:lstStyle/>
        <a:p>
          <a:pPr marL="0" lvl="0" indent="0" algn="ctr" defTabSz="844550">
            <a:lnSpc>
              <a:spcPct val="90000"/>
            </a:lnSpc>
            <a:spcBef>
              <a:spcPct val="0"/>
            </a:spcBef>
            <a:spcAft>
              <a:spcPct val="35000"/>
            </a:spcAft>
            <a:buNone/>
          </a:pPr>
          <a:r>
            <a:rPr lang="en-US" sz="1900" kern="1200"/>
            <a:t>Adhere</a:t>
          </a:r>
        </a:p>
      </dsp:txBody>
      <dsp:txXfrm>
        <a:off x="0" y="1145669"/>
        <a:ext cx="1249680" cy="1078501"/>
      </dsp:txXfrm>
    </dsp:sp>
    <dsp:sp modelId="{2064C6ED-D5A9-44C7-A69E-0D9D2A93124A}">
      <dsp:nvSpPr>
        <dsp:cNvPr id="0" name=""/>
        <dsp:cNvSpPr/>
      </dsp:nvSpPr>
      <dsp:spPr>
        <a:xfrm>
          <a:off x="1249680" y="2288880"/>
          <a:ext cx="4998720" cy="1078501"/>
        </a:xfrm>
        <a:prstGeom prst="rect">
          <a:avLst/>
        </a:prstGeom>
        <a:solidFill>
          <a:schemeClr val="accent2">
            <a:tint val="40000"/>
            <a:alpha val="90000"/>
            <a:hueOff val="660024"/>
            <a:satOff val="-2555"/>
            <a:lumOff val="-306"/>
            <a:alphaOff val="0"/>
          </a:schemeClr>
        </a:solidFill>
        <a:ln w="12700" cap="flat" cmpd="sng" algn="in">
          <a:solidFill>
            <a:schemeClr val="accent2">
              <a:tint val="40000"/>
              <a:alpha val="90000"/>
              <a:hueOff val="660024"/>
              <a:satOff val="-2555"/>
              <a:lumOff val="-30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989" tIns="273939" rIns="96989" bIns="273939" numCol="1" spcCol="1270" anchor="ctr" anchorCtr="0">
          <a:noAutofit/>
        </a:bodyPr>
        <a:lstStyle/>
        <a:p>
          <a:pPr marL="0" lvl="0" indent="0" algn="l" defTabSz="711200">
            <a:lnSpc>
              <a:spcPct val="90000"/>
            </a:lnSpc>
            <a:spcBef>
              <a:spcPct val="0"/>
            </a:spcBef>
            <a:spcAft>
              <a:spcPct val="35000"/>
            </a:spcAft>
            <a:buNone/>
          </a:pPr>
          <a:r>
            <a:rPr lang="en-US" sz="1600" kern="1200"/>
            <a:t>Know where you are in cyberspace.</a:t>
          </a:r>
        </a:p>
      </dsp:txBody>
      <dsp:txXfrm>
        <a:off x="1249680" y="2288880"/>
        <a:ext cx="4998720" cy="1078501"/>
      </dsp:txXfrm>
    </dsp:sp>
    <dsp:sp modelId="{1B8A3663-157D-482A-9FA7-66F4D82507A6}">
      <dsp:nvSpPr>
        <dsp:cNvPr id="0" name=""/>
        <dsp:cNvSpPr/>
      </dsp:nvSpPr>
      <dsp:spPr>
        <a:xfrm>
          <a:off x="0" y="2288880"/>
          <a:ext cx="1249680" cy="1078501"/>
        </a:xfrm>
        <a:prstGeom prst="rect">
          <a:avLst/>
        </a:prstGeom>
        <a:solidFill>
          <a:schemeClr val="accent2">
            <a:hueOff val="632318"/>
            <a:satOff val="-1859"/>
            <a:lumOff val="-1372"/>
            <a:alphaOff val="0"/>
          </a:schemeClr>
        </a:solidFill>
        <a:ln w="12700" cap="flat" cmpd="sng" algn="in">
          <a:solidFill>
            <a:schemeClr val="accent2">
              <a:hueOff val="632318"/>
              <a:satOff val="-1859"/>
              <a:lumOff val="-1372"/>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6129" tIns="106532" rIns="66129" bIns="106532" numCol="1" spcCol="1270" anchor="ctr" anchorCtr="0">
          <a:noAutofit/>
        </a:bodyPr>
        <a:lstStyle/>
        <a:p>
          <a:pPr marL="0" lvl="0" indent="0" algn="ctr" defTabSz="844550">
            <a:lnSpc>
              <a:spcPct val="90000"/>
            </a:lnSpc>
            <a:spcBef>
              <a:spcPct val="0"/>
            </a:spcBef>
            <a:spcAft>
              <a:spcPct val="35000"/>
            </a:spcAft>
            <a:buNone/>
          </a:pPr>
          <a:r>
            <a:rPr lang="en-US" sz="1900" kern="1200"/>
            <a:t>Know</a:t>
          </a:r>
        </a:p>
      </dsp:txBody>
      <dsp:txXfrm>
        <a:off x="0" y="2288880"/>
        <a:ext cx="1249680" cy="1078501"/>
      </dsp:txXfrm>
    </dsp:sp>
    <dsp:sp modelId="{20FACF6A-D35D-40B7-BA2A-33E86E78E271}">
      <dsp:nvSpPr>
        <dsp:cNvPr id="0" name=""/>
        <dsp:cNvSpPr/>
      </dsp:nvSpPr>
      <dsp:spPr>
        <a:xfrm>
          <a:off x="1249680" y="3432092"/>
          <a:ext cx="4998720" cy="1078501"/>
        </a:xfrm>
        <a:prstGeom prst="rect">
          <a:avLst/>
        </a:prstGeom>
        <a:solidFill>
          <a:schemeClr val="accent2">
            <a:tint val="40000"/>
            <a:alpha val="90000"/>
            <a:hueOff val="990036"/>
            <a:satOff val="-3832"/>
            <a:lumOff val="-458"/>
            <a:alphaOff val="0"/>
          </a:schemeClr>
        </a:solidFill>
        <a:ln w="12700" cap="flat" cmpd="sng" algn="in">
          <a:solidFill>
            <a:schemeClr val="accent2">
              <a:tint val="40000"/>
              <a:alpha val="90000"/>
              <a:hueOff val="990036"/>
              <a:satOff val="-3832"/>
              <a:lumOff val="-45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989" tIns="273939" rIns="96989" bIns="273939" numCol="1" spcCol="1270" anchor="ctr" anchorCtr="0">
          <a:noAutofit/>
        </a:bodyPr>
        <a:lstStyle/>
        <a:p>
          <a:pPr marL="0" lvl="0" indent="0" algn="l" defTabSz="711200">
            <a:lnSpc>
              <a:spcPct val="90000"/>
            </a:lnSpc>
            <a:spcBef>
              <a:spcPct val="0"/>
            </a:spcBef>
            <a:spcAft>
              <a:spcPct val="35000"/>
            </a:spcAft>
            <a:buNone/>
          </a:pPr>
          <a:r>
            <a:rPr lang="en-US" sz="1600" kern="1200"/>
            <a:t>Respect other people’s time and bandwidth.</a:t>
          </a:r>
        </a:p>
      </dsp:txBody>
      <dsp:txXfrm>
        <a:off x="1249680" y="3432092"/>
        <a:ext cx="4998720" cy="1078501"/>
      </dsp:txXfrm>
    </dsp:sp>
    <dsp:sp modelId="{5E04131D-A47B-44B0-BDB0-C75CFF13E3DB}">
      <dsp:nvSpPr>
        <dsp:cNvPr id="0" name=""/>
        <dsp:cNvSpPr/>
      </dsp:nvSpPr>
      <dsp:spPr>
        <a:xfrm>
          <a:off x="0" y="3432092"/>
          <a:ext cx="1249680" cy="1078501"/>
        </a:xfrm>
        <a:prstGeom prst="rect">
          <a:avLst/>
        </a:prstGeom>
        <a:solidFill>
          <a:schemeClr val="accent2">
            <a:hueOff val="948478"/>
            <a:satOff val="-2789"/>
            <a:lumOff val="-2059"/>
            <a:alphaOff val="0"/>
          </a:schemeClr>
        </a:solidFill>
        <a:ln w="12700" cap="flat" cmpd="sng" algn="in">
          <a:solidFill>
            <a:schemeClr val="accent2">
              <a:hueOff val="948478"/>
              <a:satOff val="-2789"/>
              <a:lumOff val="-2059"/>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6129" tIns="106532" rIns="66129" bIns="106532" numCol="1" spcCol="1270" anchor="ctr" anchorCtr="0">
          <a:noAutofit/>
        </a:bodyPr>
        <a:lstStyle/>
        <a:p>
          <a:pPr marL="0" lvl="0" indent="0" algn="ctr" defTabSz="844550">
            <a:lnSpc>
              <a:spcPct val="90000"/>
            </a:lnSpc>
            <a:spcBef>
              <a:spcPct val="0"/>
            </a:spcBef>
            <a:spcAft>
              <a:spcPct val="35000"/>
            </a:spcAft>
            <a:buNone/>
          </a:pPr>
          <a:r>
            <a:rPr lang="en-US" sz="1900" kern="1200"/>
            <a:t>Respect</a:t>
          </a:r>
        </a:p>
      </dsp:txBody>
      <dsp:txXfrm>
        <a:off x="0" y="3432092"/>
        <a:ext cx="1249680" cy="1078501"/>
      </dsp:txXfrm>
    </dsp:sp>
    <dsp:sp modelId="{9CC79B6E-271B-4D23-8551-B7276A3A8D94}">
      <dsp:nvSpPr>
        <dsp:cNvPr id="0" name=""/>
        <dsp:cNvSpPr/>
      </dsp:nvSpPr>
      <dsp:spPr>
        <a:xfrm>
          <a:off x="1249680" y="4575303"/>
          <a:ext cx="4998720" cy="1078501"/>
        </a:xfrm>
        <a:prstGeom prst="rect">
          <a:avLst/>
        </a:prstGeom>
        <a:solidFill>
          <a:schemeClr val="accent2">
            <a:tint val="40000"/>
            <a:alpha val="90000"/>
            <a:hueOff val="1320048"/>
            <a:satOff val="-5109"/>
            <a:lumOff val="-611"/>
            <a:alphaOff val="0"/>
          </a:schemeClr>
        </a:solidFill>
        <a:ln w="12700" cap="flat" cmpd="sng" algn="in">
          <a:solidFill>
            <a:schemeClr val="accent2">
              <a:tint val="40000"/>
              <a:alpha val="90000"/>
              <a:hueOff val="1320048"/>
              <a:satOff val="-5109"/>
              <a:lumOff val="-61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989" tIns="273939" rIns="96989" bIns="273939" numCol="1" spcCol="1270" anchor="ctr" anchorCtr="0">
          <a:noAutofit/>
        </a:bodyPr>
        <a:lstStyle/>
        <a:p>
          <a:pPr marL="0" lvl="0" indent="0" algn="l" defTabSz="711200">
            <a:lnSpc>
              <a:spcPct val="90000"/>
            </a:lnSpc>
            <a:spcBef>
              <a:spcPct val="0"/>
            </a:spcBef>
            <a:spcAft>
              <a:spcPct val="35000"/>
            </a:spcAft>
            <a:buNone/>
          </a:pPr>
          <a:r>
            <a:rPr lang="en-US" sz="1600" kern="1200"/>
            <a:t>Make yourself look good online.</a:t>
          </a:r>
        </a:p>
      </dsp:txBody>
      <dsp:txXfrm>
        <a:off x="1249680" y="4575303"/>
        <a:ext cx="4998720" cy="1078501"/>
      </dsp:txXfrm>
    </dsp:sp>
    <dsp:sp modelId="{E41B69AC-719A-444C-85C9-19AA18FB8249}">
      <dsp:nvSpPr>
        <dsp:cNvPr id="0" name=""/>
        <dsp:cNvSpPr/>
      </dsp:nvSpPr>
      <dsp:spPr>
        <a:xfrm>
          <a:off x="0" y="4575303"/>
          <a:ext cx="1249680" cy="1078501"/>
        </a:xfrm>
        <a:prstGeom prst="rect">
          <a:avLst/>
        </a:prstGeom>
        <a:solidFill>
          <a:schemeClr val="accent2">
            <a:hueOff val="1264637"/>
            <a:satOff val="-3718"/>
            <a:lumOff val="-2745"/>
            <a:alphaOff val="0"/>
          </a:schemeClr>
        </a:solidFill>
        <a:ln w="12700" cap="flat" cmpd="sng" algn="in">
          <a:solidFill>
            <a:schemeClr val="accent2">
              <a:hueOff val="1264637"/>
              <a:satOff val="-3718"/>
              <a:lumOff val="-2745"/>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6129" tIns="106532" rIns="66129" bIns="106532" numCol="1" spcCol="1270" anchor="ctr" anchorCtr="0">
          <a:noAutofit/>
        </a:bodyPr>
        <a:lstStyle/>
        <a:p>
          <a:pPr marL="0" lvl="0" indent="0" algn="ctr" defTabSz="844550">
            <a:lnSpc>
              <a:spcPct val="90000"/>
            </a:lnSpc>
            <a:spcBef>
              <a:spcPct val="0"/>
            </a:spcBef>
            <a:spcAft>
              <a:spcPct val="35000"/>
            </a:spcAft>
            <a:buNone/>
          </a:pPr>
          <a:r>
            <a:rPr lang="en-US" sz="1900" kern="1200"/>
            <a:t>Make</a:t>
          </a:r>
        </a:p>
      </dsp:txBody>
      <dsp:txXfrm>
        <a:off x="0" y="4575303"/>
        <a:ext cx="1249680" cy="107850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404773-1F82-467D-A45B-4A0637D344C2}">
      <dsp:nvSpPr>
        <dsp:cNvPr id="0" name=""/>
        <dsp:cNvSpPr/>
      </dsp:nvSpPr>
      <dsp:spPr>
        <a:xfrm>
          <a:off x="1249680" y="2458"/>
          <a:ext cx="4998720" cy="1078501"/>
        </a:xfrm>
        <a:prstGeom prst="rect">
          <a:avLst/>
        </a:prstGeom>
        <a:solidFill>
          <a:schemeClr val="accent2">
            <a:tint val="40000"/>
            <a:alpha val="90000"/>
            <a:hueOff val="0"/>
            <a:satOff val="0"/>
            <a:lumOff val="0"/>
            <a:alphaOff val="0"/>
          </a:schemeClr>
        </a:solidFill>
        <a:ln w="12700" cap="flat" cmpd="sng" algn="in">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989" tIns="273939" rIns="96989" bIns="273939" numCol="1" spcCol="1270" anchor="ctr" anchorCtr="0">
          <a:noAutofit/>
        </a:bodyPr>
        <a:lstStyle/>
        <a:p>
          <a:pPr marL="0" lvl="0" indent="0" algn="l" defTabSz="977900">
            <a:lnSpc>
              <a:spcPct val="90000"/>
            </a:lnSpc>
            <a:spcBef>
              <a:spcPct val="0"/>
            </a:spcBef>
            <a:spcAft>
              <a:spcPct val="35000"/>
            </a:spcAft>
            <a:buNone/>
          </a:pPr>
          <a:r>
            <a:rPr lang="en-US" sz="2200" kern="1200"/>
            <a:t>Share expert knowledge.</a:t>
          </a:r>
        </a:p>
      </dsp:txBody>
      <dsp:txXfrm>
        <a:off x="1249680" y="2458"/>
        <a:ext cx="4998720" cy="1078501"/>
      </dsp:txXfrm>
    </dsp:sp>
    <dsp:sp modelId="{AEB06580-EF80-4ED8-B31B-C201DE44B111}">
      <dsp:nvSpPr>
        <dsp:cNvPr id="0" name=""/>
        <dsp:cNvSpPr/>
      </dsp:nvSpPr>
      <dsp:spPr>
        <a:xfrm>
          <a:off x="0" y="2458"/>
          <a:ext cx="1249680" cy="1078501"/>
        </a:xfrm>
        <a:prstGeom prst="rect">
          <a:avLst/>
        </a:prstGeom>
        <a:solidFill>
          <a:schemeClr val="accent2">
            <a:hueOff val="0"/>
            <a:satOff val="0"/>
            <a:lumOff val="0"/>
            <a:alphaOff val="0"/>
          </a:schemeClr>
        </a:solidFill>
        <a:ln w="12700" cap="flat" cmpd="sng" algn="in">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6129" tIns="106532" rIns="66129" bIns="106532" numCol="1" spcCol="1270" anchor="ctr" anchorCtr="0">
          <a:noAutofit/>
        </a:bodyPr>
        <a:lstStyle/>
        <a:p>
          <a:pPr marL="0" lvl="0" indent="0" algn="ctr" defTabSz="1200150">
            <a:lnSpc>
              <a:spcPct val="90000"/>
            </a:lnSpc>
            <a:spcBef>
              <a:spcPct val="0"/>
            </a:spcBef>
            <a:spcAft>
              <a:spcPct val="35000"/>
            </a:spcAft>
            <a:buNone/>
          </a:pPr>
          <a:r>
            <a:rPr lang="en-US" sz="2700" kern="1200"/>
            <a:t>Share</a:t>
          </a:r>
        </a:p>
      </dsp:txBody>
      <dsp:txXfrm>
        <a:off x="0" y="2458"/>
        <a:ext cx="1249680" cy="1078501"/>
      </dsp:txXfrm>
    </dsp:sp>
    <dsp:sp modelId="{283CA99C-4FD4-40E7-A2F4-D29D2E1C47BC}">
      <dsp:nvSpPr>
        <dsp:cNvPr id="0" name=""/>
        <dsp:cNvSpPr/>
      </dsp:nvSpPr>
      <dsp:spPr>
        <a:xfrm>
          <a:off x="1249680" y="1145669"/>
          <a:ext cx="4998720" cy="1078501"/>
        </a:xfrm>
        <a:prstGeom prst="rect">
          <a:avLst/>
        </a:prstGeom>
        <a:solidFill>
          <a:schemeClr val="accent2">
            <a:tint val="40000"/>
            <a:alpha val="90000"/>
            <a:hueOff val="330012"/>
            <a:satOff val="-1277"/>
            <a:lumOff val="-153"/>
            <a:alphaOff val="0"/>
          </a:schemeClr>
        </a:solidFill>
        <a:ln w="12700" cap="flat" cmpd="sng" algn="in">
          <a:solidFill>
            <a:schemeClr val="accent2">
              <a:tint val="40000"/>
              <a:alpha val="90000"/>
              <a:hueOff val="330012"/>
              <a:satOff val="-1277"/>
              <a:lumOff val="-15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989" tIns="273939" rIns="96989" bIns="273939" numCol="1" spcCol="1270" anchor="ctr" anchorCtr="0">
          <a:noAutofit/>
        </a:bodyPr>
        <a:lstStyle/>
        <a:p>
          <a:pPr marL="0" lvl="0" indent="0" algn="l" defTabSz="977900">
            <a:lnSpc>
              <a:spcPct val="90000"/>
            </a:lnSpc>
            <a:spcBef>
              <a:spcPct val="0"/>
            </a:spcBef>
            <a:spcAft>
              <a:spcPct val="35000"/>
            </a:spcAft>
            <a:buNone/>
          </a:pPr>
          <a:r>
            <a:rPr lang="en-US" sz="2200" kern="1200"/>
            <a:t>Keep flame wars under control.</a:t>
          </a:r>
        </a:p>
      </dsp:txBody>
      <dsp:txXfrm>
        <a:off x="1249680" y="1145669"/>
        <a:ext cx="4998720" cy="1078501"/>
      </dsp:txXfrm>
    </dsp:sp>
    <dsp:sp modelId="{D943B20C-B67F-41E0-B8A6-CD278CCD0ED7}">
      <dsp:nvSpPr>
        <dsp:cNvPr id="0" name=""/>
        <dsp:cNvSpPr/>
      </dsp:nvSpPr>
      <dsp:spPr>
        <a:xfrm>
          <a:off x="0" y="1145669"/>
          <a:ext cx="1249680" cy="1078501"/>
        </a:xfrm>
        <a:prstGeom prst="rect">
          <a:avLst/>
        </a:prstGeom>
        <a:solidFill>
          <a:schemeClr val="accent2">
            <a:hueOff val="316159"/>
            <a:satOff val="-930"/>
            <a:lumOff val="-686"/>
            <a:alphaOff val="0"/>
          </a:schemeClr>
        </a:solidFill>
        <a:ln w="12700" cap="flat" cmpd="sng" algn="in">
          <a:solidFill>
            <a:schemeClr val="accent2">
              <a:hueOff val="316159"/>
              <a:satOff val="-930"/>
              <a:lumOff val="-686"/>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6129" tIns="106532" rIns="66129" bIns="106532" numCol="1" spcCol="1270" anchor="ctr" anchorCtr="0">
          <a:noAutofit/>
        </a:bodyPr>
        <a:lstStyle/>
        <a:p>
          <a:pPr marL="0" lvl="0" indent="0" algn="ctr" defTabSz="1200150">
            <a:lnSpc>
              <a:spcPct val="90000"/>
            </a:lnSpc>
            <a:spcBef>
              <a:spcPct val="0"/>
            </a:spcBef>
            <a:spcAft>
              <a:spcPct val="35000"/>
            </a:spcAft>
            <a:buNone/>
          </a:pPr>
          <a:r>
            <a:rPr lang="en-US" sz="2700" kern="1200"/>
            <a:t>Keep</a:t>
          </a:r>
        </a:p>
      </dsp:txBody>
      <dsp:txXfrm>
        <a:off x="0" y="1145669"/>
        <a:ext cx="1249680" cy="1078501"/>
      </dsp:txXfrm>
    </dsp:sp>
    <dsp:sp modelId="{F8F14ADD-BB8D-4F22-93CC-C0FE0877C266}">
      <dsp:nvSpPr>
        <dsp:cNvPr id="0" name=""/>
        <dsp:cNvSpPr/>
      </dsp:nvSpPr>
      <dsp:spPr>
        <a:xfrm>
          <a:off x="1249680" y="2288880"/>
          <a:ext cx="4998720" cy="1078501"/>
        </a:xfrm>
        <a:prstGeom prst="rect">
          <a:avLst/>
        </a:prstGeom>
        <a:solidFill>
          <a:schemeClr val="accent2">
            <a:tint val="40000"/>
            <a:alpha val="90000"/>
            <a:hueOff val="660024"/>
            <a:satOff val="-2555"/>
            <a:lumOff val="-306"/>
            <a:alphaOff val="0"/>
          </a:schemeClr>
        </a:solidFill>
        <a:ln w="12700" cap="flat" cmpd="sng" algn="in">
          <a:solidFill>
            <a:schemeClr val="accent2">
              <a:tint val="40000"/>
              <a:alpha val="90000"/>
              <a:hueOff val="660024"/>
              <a:satOff val="-2555"/>
              <a:lumOff val="-30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989" tIns="273939" rIns="96989" bIns="273939" numCol="1" spcCol="1270" anchor="ctr" anchorCtr="0">
          <a:noAutofit/>
        </a:bodyPr>
        <a:lstStyle/>
        <a:p>
          <a:pPr marL="0" lvl="0" indent="0" algn="l" defTabSz="977900">
            <a:lnSpc>
              <a:spcPct val="90000"/>
            </a:lnSpc>
            <a:spcBef>
              <a:spcPct val="0"/>
            </a:spcBef>
            <a:spcAft>
              <a:spcPct val="35000"/>
            </a:spcAft>
            <a:buNone/>
          </a:pPr>
          <a:r>
            <a:rPr lang="en-US" sz="2200" kern="1200"/>
            <a:t>Respect other people’s privacy.</a:t>
          </a:r>
        </a:p>
      </dsp:txBody>
      <dsp:txXfrm>
        <a:off x="1249680" y="2288880"/>
        <a:ext cx="4998720" cy="1078501"/>
      </dsp:txXfrm>
    </dsp:sp>
    <dsp:sp modelId="{4FD5E621-2969-4D39-87CE-AB2A46FC99EB}">
      <dsp:nvSpPr>
        <dsp:cNvPr id="0" name=""/>
        <dsp:cNvSpPr/>
      </dsp:nvSpPr>
      <dsp:spPr>
        <a:xfrm>
          <a:off x="0" y="2288880"/>
          <a:ext cx="1249680" cy="1078501"/>
        </a:xfrm>
        <a:prstGeom prst="rect">
          <a:avLst/>
        </a:prstGeom>
        <a:solidFill>
          <a:schemeClr val="accent2">
            <a:hueOff val="632318"/>
            <a:satOff val="-1859"/>
            <a:lumOff val="-1372"/>
            <a:alphaOff val="0"/>
          </a:schemeClr>
        </a:solidFill>
        <a:ln w="12700" cap="flat" cmpd="sng" algn="in">
          <a:solidFill>
            <a:schemeClr val="accent2">
              <a:hueOff val="632318"/>
              <a:satOff val="-1859"/>
              <a:lumOff val="-1372"/>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6129" tIns="106532" rIns="66129" bIns="106532" numCol="1" spcCol="1270" anchor="ctr" anchorCtr="0">
          <a:noAutofit/>
        </a:bodyPr>
        <a:lstStyle/>
        <a:p>
          <a:pPr marL="0" lvl="0" indent="0" algn="ctr" defTabSz="1200150">
            <a:lnSpc>
              <a:spcPct val="90000"/>
            </a:lnSpc>
            <a:spcBef>
              <a:spcPct val="0"/>
            </a:spcBef>
            <a:spcAft>
              <a:spcPct val="35000"/>
            </a:spcAft>
            <a:buNone/>
          </a:pPr>
          <a:r>
            <a:rPr lang="en-US" sz="2700" kern="1200"/>
            <a:t>Respect</a:t>
          </a:r>
        </a:p>
      </dsp:txBody>
      <dsp:txXfrm>
        <a:off x="0" y="2288880"/>
        <a:ext cx="1249680" cy="1078501"/>
      </dsp:txXfrm>
    </dsp:sp>
    <dsp:sp modelId="{56E72B32-C027-4E2E-A0AC-6BDEF9867779}">
      <dsp:nvSpPr>
        <dsp:cNvPr id="0" name=""/>
        <dsp:cNvSpPr/>
      </dsp:nvSpPr>
      <dsp:spPr>
        <a:xfrm>
          <a:off x="1249680" y="3432092"/>
          <a:ext cx="4998720" cy="1078501"/>
        </a:xfrm>
        <a:prstGeom prst="rect">
          <a:avLst/>
        </a:prstGeom>
        <a:solidFill>
          <a:schemeClr val="accent2">
            <a:tint val="40000"/>
            <a:alpha val="90000"/>
            <a:hueOff val="990036"/>
            <a:satOff val="-3832"/>
            <a:lumOff val="-458"/>
            <a:alphaOff val="0"/>
          </a:schemeClr>
        </a:solidFill>
        <a:ln w="12700" cap="flat" cmpd="sng" algn="in">
          <a:solidFill>
            <a:schemeClr val="accent2">
              <a:tint val="40000"/>
              <a:alpha val="90000"/>
              <a:hueOff val="990036"/>
              <a:satOff val="-3832"/>
              <a:lumOff val="-45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989" tIns="273939" rIns="96989" bIns="273939" numCol="1" spcCol="1270" anchor="ctr" anchorCtr="0">
          <a:noAutofit/>
        </a:bodyPr>
        <a:lstStyle/>
        <a:p>
          <a:pPr marL="0" lvl="0" indent="0" algn="l" defTabSz="977900">
            <a:lnSpc>
              <a:spcPct val="90000"/>
            </a:lnSpc>
            <a:spcBef>
              <a:spcPct val="0"/>
            </a:spcBef>
            <a:spcAft>
              <a:spcPct val="35000"/>
            </a:spcAft>
            <a:buNone/>
          </a:pPr>
          <a:r>
            <a:rPr lang="en-US" sz="2200" kern="1200"/>
            <a:t>Don’t abuse your power.</a:t>
          </a:r>
        </a:p>
      </dsp:txBody>
      <dsp:txXfrm>
        <a:off x="1249680" y="3432092"/>
        <a:ext cx="4998720" cy="1078501"/>
      </dsp:txXfrm>
    </dsp:sp>
    <dsp:sp modelId="{21CC2C91-5F28-4EB1-9D1C-6E705E6E8286}">
      <dsp:nvSpPr>
        <dsp:cNvPr id="0" name=""/>
        <dsp:cNvSpPr/>
      </dsp:nvSpPr>
      <dsp:spPr>
        <a:xfrm>
          <a:off x="0" y="3432092"/>
          <a:ext cx="1249680" cy="1078501"/>
        </a:xfrm>
        <a:prstGeom prst="rect">
          <a:avLst/>
        </a:prstGeom>
        <a:solidFill>
          <a:schemeClr val="accent2">
            <a:hueOff val="948478"/>
            <a:satOff val="-2789"/>
            <a:lumOff val="-2059"/>
            <a:alphaOff val="0"/>
          </a:schemeClr>
        </a:solidFill>
        <a:ln w="12700" cap="flat" cmpd="sng" algn="in">
          <a:solidFill>
            <a:schemeClr val="accent2">
              <a:hueOff val="948478"/>
              <a:satOff val="-2789"/>
              <a:lumOff val="-2059"/>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6129" tIns="106532" rIns="66129" bIns="106532" numCol="1" spcCol="1270" anchor="ctr" anchorCtr="0">
          <a:noAutofit/>
        </a:bodyPr>
        <a:lstStyle/>
        <a:p>
          <a:pPr marL="0" lvl="0" indent="0" algn="ctr" defTabSz="1200150">
            <a:lnSpc>
              <a:spcPct val="90000"/>
            </a:lnSpc>
            <a:spcBef>
              <a:spcPct val="0"/>
            </a:spcBef>
            <a:spcAft>
              <a:spcPct val="35000"/>
            </a:spcAft>
            <a:buNone/>
          </a:pPr>
          <a:r>
            <a:rPr lang="en-US" sz="2700" kern="1200"/>
            <a:t>Don’t abuse</a:t>
          </a:r>
        </a:p>
      </dsp:txBody>
      <dsp:txXfrm>
        <a:off x="0" y="3432092"/>
        <a:ext cx="1249680" cy="1078501"/>
      </dsp:txXfrm>
    </dsp:sp>
    <dsp:sp modelId="{E8D9FCF0-A796-4737-9CA4-93C7954450A0}">
      <dsp:nvSpPr>
        <dsp:cNvPr id="0" name=""/>
        <dsp:cNvSpPr/>
      </dsp:nvSpPr>
      <dsp:spPr>
        <a:xfrm>
          <a:off x="1249680" y="4575303"/>
          <a:ext cx="4998720" cy="1078501"/>
        </a:xfrm>
        <a:prstGeom prst="rect">
          <a:avLst/>
        </a:prstGeom>
        <a:solidFill>
          <a:schemeClr val="accent2">
            <a:tint val="40000"/>
            <a:alpha val="90000"/>
            <a:hueOff val="1320048"/>
            <a:satOff val="-5109"/>
            <a:lumOff val="-611"/>
            <a:alphaOff val="0"/>
          </a:schemeClr>
        </a:solidFill>
        <a:ln w="12700" cap="flat" cmpd="sng" algn="in">
          <a:solidFill>
            <a:schemeClr val="accent2">
              <a:tint val="40000"/>
              <a:alpha val="90000"/>
              <a:hueOff val="1320048"/>
              <a:satOff val="-5109"/>
              <a:lumOff val="-61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989" tIns="273939" rIns="96989" bIns="273939" numCol="1" spcCol="1270" anchor="ctr" anchorCtr="0">
          <a:noAutofit/>
        </a:bodyPr>
        <a:lstStyle/>
        <a:p>
          <a:pPr marL="0" lvl="0" indent="0" algn="l" defTabSz="977900">
            <a:lnSpc>
              <a:spcPct val="90000"/>
            </a:lnSpc>
            <a:spcBef>
              <a:spcPct val="0"/>
            </a:spcBef>
            <a:spcAft>
              <a:spcPct val="35000"/>
            </a:spcAft>
            <a:buNone/>
          </a:pPr>
          <a:r>
            <a:rPr lang="en-US" sz="2200" kern="1200"/>
            <a:t>Be forgiving of other people’s mistakes.</a:t>
          </a:r>
        </a:p>
      </dsp:txBody>
      <dsp:txXfrm>
        <a:off x="1249680" y="4575303"/>
        <a:ext cx="4998720" cy="1078501"/>
      </dsp:txXfrm>
    </dsp:sp>
    <dsp:sp modelId="{C70F1EBD-77A8-4792-A4EE-B0E4B1F2F053}">
      <dsp:nvSpPr>
        <dsp:cNvPr id="0" name=""/>
        <dsp:cNvSpPr/>
      </dsp:nvSpPr>
      <dsp:spPr>
        <a:xfrm>
          <a:off x="0" y="4575303"/>
          <a:ext cx="1249680" cy="1078501"/>
        </a:xfrm>
        <a:prstGeom prst="rect">
          <a:avLst/>
        </a:prstGeom>
        <a:solidFill>
          <a:schemeClr val="accent2">
            <a:hueOff val="1264637"/>
            <a:satOff val="-3718"/>
            <a:lumOff val="-2745"/>
            <a:alphaOff val="0"/>
          </a:schemeClr>
        </a:solidFill>
        <a:ln w="12700" cap="flat" cmpd="sng" algn="in">
          <a:solidFill>
            <a:schemeClr val="accent2">
              <a:hueOff val="1264637"/>
              <a:satOff val="-3718"/>
              <a:lumOff val="-2745"/>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6129" tIns="106532" rIns="66129" bIns="106532" numCol="1" spcCol="1270" anchor="ctr" anchorCtr="0">
          <a:noAutofit/>
        </a:bodyPr>
        <a:lstStyle/>
        <a:p>
          <a:pPr marL="0" lvl="0" indent="0" algn="ctr" defTabSz="1200150">
            <a:lnSpc>
              <a:spcPct val="90000"/>
            </a:lnSpc>
            <a:spcBef>
              <a:spcPct val="0"/>
            </a:spcBef>
            <a:spcAft>
              <a:spcPct val="35000"/>
            </a:spcAft>
            <a:buNone/>
          </a:pPr>
          <a:r>
            <a:rPr lang="en-US" sz="2700" kern="1200"/>
            <a:t>Be</a:t>
          </a:r>
        </a:p>
      </dsp:txBody>
      <dsp:txXfrm>
        <a:off x="0" y="4575303"/>
        <a:ext cx="1249680" cy="1078501"/>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16/7/layout/VerticalSolidActionList">
  <dgm:title val="Vertical Solid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alignNode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AccFollow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6/7/layout/VerticalSolidActionList">
  <dgm:title val="Vertical Solid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alignNode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AccFollow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D28D3AE-D283-4BA9-8342-5B3760C8F4A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a:extLst>
              <a:ext uri="{FF2B5EF4-FFF2-40B4-BE49-F238E27FC236}">
                <a16:creationId xmlns:a16="http://schemas.microsoft.com/office/drawing/2014/main" id="{D0E1C987-852B-49F2-BEED-274926FE6549}"/>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8EAA59AE-F9E5-41CE-93AA-7EECEC19B6CC}" type="datetimeFigureOut">
              <a:rPr lang="en-US"/>
              <a:pPr>
                <a:defRPr/>
              </a:pPr>
              <a:t>6/27/2022</a:t>
            </a:fld>
            <a:endParaRPr lang="en-US"/>
          </a:p>
        </p:txBody>
      </p:sp>
      <p:sp>
        <p:nvSpPr>
          <p:cNvPr id="4" name="Slide Image Placeholder 3">
            <a:extLst>
              <a:ext uri="{FF2B5EF4-FFF2-40B4-BE49-F238E27FC236}">
                <a16:creationId xmlns:a16="http://schemas.microsoft.com/office/drawing/2014/main" id="{B31424E0-EFF8-4EC3-96E5-6209FFA2702A}"/>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F2C3C229-7869-4EA4-A0B3-9A2399E6B4BA}"/>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3021FCAD-255C-4217-BAB0-FA881245BD66}"/>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a:extLst>
              <a:ext uri="{FF2B5EF4-FFF2-40B4-BE49-F238E27FC236}">
                <a16:creationId xmlns:a16="http://schemas.microsoft.com/office/drawing/2014/main" id="{FD064655-1E60-495B-B952-80188A55EC89}"/>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a:defRPr/>
            </a:pPr>
            <a:fld id="{4614B802-FA46-4C7A-9386-C8D1D5602404}" type="slidenum">
              <a:rPr lang="en-US"/>
              <a:pPr>
                <a:defRPr/>
              </a:pPr>
              <a:t>‹#›</a:t>
            </a:fld>
            <a:endParaRPr lang="en-US"/>
          </a:p>
        </p:txBody>
      </p:sp>
    </p:spTree>
    <p:extLst>
      <p:ext uri="{BB962C8B-B14F-4D97-AF65-F5344CB8AC3E}">
        <p14:creationId xmlns:p14="http://schemas.microsoft.com/office/powerpoint/2010/main" val="25009006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614B802-FA46-4C7A-9386-C8D1D5602404}" type="slidenum">
              <a:rPr lang="en-US" smtClean="0"/>
              <a:pPr>
                <a:defRPr/>
              </a:pPr>
              <a:t>18</a:t>
            </a:fld>
            <a:endParaRPr lang="en-US"/>
          </a:p>
        </p:txBody>
      </p:sp>
    </p:spTree>
    <p:extLst>
      <p:ext uri="{BB962C8B-B14F-4D97-AF65-F5344CB8AC3E}">
        <p14:creationId xmlns:p14="http://schemas.microsoft.com/office/powerpoint/2010/main" val="118030285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6" title="Page Number Shape">
            <a:extLst>
              <a:ext uri="{FF2B5EF4-FFF2-40B4-BE49-F238E27FC236}">
                <a16:creationId xmlns:a16="http://schemas.microsoft.com/office/drawing/2014/main" id="{CBF9F5C7-527E-408D-8AED-2624AADC9D9F}"/>
              </a:ext>
            </a:extLst>
          </p:cNvPr>
          <p:cNvSpPr/>
          <p:nvPr/>
        </p:nvSpPr>
        <p:spPr bwMode="auto">
          <a:xfrm>
            <a:off x="11784013" y="1189038"/>
            <a:ext cx="407987"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2"/>
          </a:solidFill>
          <a:ln w="0">
            <a:noFill/>
            <a:prstDash val="solid"/>
            <a:round/>
            <a:headEnd/>
            <a:tailEnd/>
          </a:ln>
        </p:spPr>
      </p:sp>
      <p:cxnSp>
        <p:nvCxnSpPr>
          <p:cNvPr id="5" name="Straight Connector 4" title="Verticle Rule Line">
            <a:extLst>
              <a:ext uri="{FF2B5EF4-FFF2-40B4-BE49-F238E27FC236}">
                <a16:creationId xmlns:a16="http://schemas.microsoft.com/office/drawing/2014/main" id="{035F470A-336D-42D3-B37E-A07199E380C3}"/>
              </a:ext>
            </a:extLst>
          </p:cNvPr>
          <p:cNvCxnSpPr/>
          <p:nvPr/>
        </p:nvCxnSpPr>
        <p:spPr>
          <a:xfrm>
            <a:off x="773113" y="1257300"/>
            <a:ext cx="0" cy="560070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1088913" y="1143293"/>
            <a:ext cx="7034362" cy="4268965"/>
          </a:xfrm>
        </p:spPr>
        <p:txBody>
          <a:bodyPr>
            <a:normAutofit/>
          </a:bodyPr>
          <a:lstStyle>
            <a:lvl1pPr algn="l">
              <a:lnSpc>
                <a:spcPct val="85000"/>
              </a:lnSpc>
              <a:defRPr sz="77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1088914" y="5537925"/>
            <a:ext cx="7034362" cy="706355"/>
          </a:xfrm>
        </p:spPr>
        <p:txBody>
          <a:bodyPr>
            <a:normAutofit/>
          </a:bodyPr>
          <a:lstStyle>
            <a:lvl1pPr marL="0" indent="0" algn="l">
              <a:lnSpc>
                <a:spcPct val="114000"/>
              </a:lnSpc>
              <a:spcBef>
                <a:spcPts val="0"/>
              </a:spcBef>
              <a:buNone/>
              <a:defRPr sz="2000" b="0" i="1"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Date Placeholder 3">
            <a:extLst>
              <a:ext uri="{FF2B5EF4-FFF2-40B4-BE49-F238E27FC236}">
                <a16:creationId xmlns:a16="http://schemas.microsoft.com/office/drawing/2014/main" id="{64AC411F-4A60-4DE3-B3BE-EA2C548240F2}"/>
              </a:ext>
            </a:extLst>
          </p:cNvPr>
          <p:cNvSpPr>
            <a:spLocks noGrp="1"/>
          </p:cNvSpPr>
          <p:nvPr>
            <p:ph type="dt" sz="half" idx="10"/>
          </p:nvPr>
        </p:nvSpPr>
        <p:spPr>
          <a:xfrm>
            <a:off x="1089025" y="6315075"/>
            <a:ext cx="1597025" cy="365125"/>
          </a:xfrm>
        </p:spPr>
        <p:txBody>
          <a:bodyPr/>
          <a:lstStyle>
            <a:lvl1pPr algn="l">
              <a:defRPr sz="1200">
                <a:solidFill>
                  <a:schemeClr val="tx2"/>
                </a:solidFill>
              </a:defRPr>
            </a:lvl1pPr>
          </a:lstStyle>
          <a:p>
            <a:pPr>
              <a:defRPr/>
            </a:pPr>
            <a:fld id="{948D8888-4769-4F62-A364-7630BDAAAD0A}" type="datetimeFigureOut">
              <a:rPr lang="en-US"/>
              <a:pPr>
                <a:defRPr/>
              </a:pPr>
              <a:t>6/27/2022</a:t>
            </a:fld>
            <a:endParaRPr lang="en-US"/>
          </a:p>
        </p:txBody>
      </p:sp>
      <p:sp>
        <p:nvSpPr>
          <p:cNvPr id="7" name="Footer Placeholder 4">
            <a:extLst>
              <a:ext uri="{FF2B5EF4-FFF2-40B4-BE49-F238E27FC236}">
                <a16:creationId xmlns:a16="http://schemas.microsoft.com/office/drawing/2014/main" id="{8FEBCBA9-2BBB-47B1-8B1B-E65468085A24}"/>
              </a:ext>
            </a:extLst>
          </p:cNvPr>
          <p:cNvSpPr>
            <a:spLocks noGrp="1"/>
          </p:cNvSpPr>
          <p:nvPr>
            <p:ph type="ftr" sz="quarter" idx="11"/>
          </p:nvPr>
        </p:nvSpPr>
        <p:spPr>
          <a:xfrm>
            <a:off x="3000375" y="6315075"/>
            <a:ext cx="5122863" cy="365125"/>
          </a:xfrm>
        </p:spPr>
        <p:txBody>
          <a:bodyPr/>
          <a:lstStyle>
            <a:lvl1pPr algn="l">
              <a:defRPr b="0">
                <a:solidFill>
                  <a:schemeClr val="tx2"/>
                </a:solidFill>
              </a:defRPr>
            </a:lvl1pPr>
          </a:lstStyle>
          <a:p>
            <a:pPr>
              <a:defRPr/>
            </a:pPr>
            <a:endParaRPr lang="en-US"/>
          </a:p>
        </p:txBody>
      </p:sp>
      <p:sp>
        <p:nvSpPr>
          <p:cNvPr id="8" name="Slide Number Placeholder 5">
            <a:extLst>
              <a:ext uri="{FF2B5EF4-FFF2-40B4-BE49-F238E27FC236}">
                <a16:creationId xmlns:a16="http://schemas.microsoft.com/office/drawing/2014/main" id="{CAF6C815-8733-4C4B-9592-50DBBF7D03B3}"/>
              </a:ext>
            </a:extLst>
          </p:cNvPr>
          <p:cNvSpPr>
            <a:spLocks noGrp="1"/>
          </p:cNvSpPr>
          <p:nvPr>
            <p:ph type="sldNum" sz="quarter" idx="12"/>
          </p:nvPr>
        </p:nvSpPr>
        <p:spPr>
          <a:xfrm>
            <a:off x="11784013" y="1416050"/>
            <a:ext cx="407987" cy="365125"/>
          </a:xfrm>
        </p:spPr>
        <p:txBody>
          <a:bodyPr/>
          <a:lstStyle>
            <a:lvl1pPr algn="r">
              <a:defRPr>
                <a:solidFill>
                  <a:schemeClr val="bg2"/>
                </a:solidFill>
              </a:defRPr>
            </a:lvl1pPr>
          </a:lstStyle>
          <a:p>
            <a:pPr>
              <a:defRPr/>
            </a:pPr>
            <a:fld id="{B9A93A1C-FE34-4A0F-89D6-AC51ECCC98F6}" type="slidenum">
              <a:rPr lang="en-US"/>
              <a:pPr>
                <a:defRPr/>
              </a:pPr>
              <a:t>‹#›</a:t>
            </a:fld>
            <a:endParaRPr lang="en-US"/>
          </a:p>
        </p:txBody>
      </p:sp>
    </p:spTree>
    <p:extLst>
      <p:ext uri="{BB962C8B-B14F-4D97-AF65-F5344CB8AC3E}">
        <p14:creationId xmlns:p14="http://schemas.microsoft.com/office/powerpoint/2010/main" val="288396251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BA5734-508B-4AC3-A2FE-135D763E7858}"/>
              </a:ext>
            </a:extLst>
          </p:cNvPr>
          <p:cNvSpPr>
            <a:spLocks noGrp="1"/>
          </p:cNvSpPr>
          <p:nvPr>
            <p:ph type="dt" sz="half" idx="10"/>
          </p:nvPr>
        </p:nvSpPr>
        <p:spPr/>
        <p:txBody>
          <a:bodyPr/>
          <a:lstStyle>
            <a:lvl1pPr>
              <a:defRPr/>
            </a:lvl1pPr>
          </a:lstStyle>
          <a:p>
            <a:pPr>
              <a:defRPr/>
            </a:pPr>
            <a:fld id="{4551D9D5-4D42-4CA8-8F4A-60D215F1F5B0}" type="datetimeFigureOut">
              <a:rPr lang="en-US"/>
              <a:pPr>
                <a:defRPr/>
              </a:pPr>
              <a:t>6/27/2022</a:t>
            </a:fld>
            <a:endParaRPr lang="en-US"/>
          </a:p>
        </p:txBody>
      </p:sp>
      <p:sp>
        <p:nvSpPr>
          <p:cNvPr id="5" name="Footer Placeholder 4">
            <a:extLst>
              <a:ext uri="{FF2B5EF4-FFF2-40B4-BE49-F238E27FC236}">
                <a16:creationId xmlns:a16="http://schemas.microsoft.com/office/drawing/2014/main" id="{E0E606B2-A8C9-4AEC-881C-42F843D461C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3EC25D75-D60B-43CD-B7C4-A660B0EF586F}"/>
              </a:ext>
            </a:extLst>
          </p:cNvPr>
          <p:cNvSpPr>
            <a:spLocks noGrp="1"/>
          </p:cNvSpPr>
          <p:nvPr>
            <p:ph type="sldNum" sz="quarter" idx="12"/>
          </p:nvPr>
        </p:nvSpPr>
        <p:spPr/>
        <p:txBody>
          <a:bodyPr/>
          <a:lstStyle>
            <a:lvl1pPr>
              <a:defRPr/>
            </a:lvl1pPr>
          </a:lstStyle>
          <a:p>
            <a:pPr>
              <a:defRPr/>
            </a:pPr>
            <a:fld id="{053DAE7C-B23F-46FB-A9B8-E98960AE77B0}" type="slidenum">
              <a:rPr lang="en-US"/>
              <a:pPr>
                <a:defRPr/>
              </a:pPr>
              <a:t>‹#›</a:t>
            </a:fld>
            <a:endParaRPr lang="en-US"/>
          </a:p>
        </p:txBody>
      </p:sp>
    </p:spTree>
    <p:extLst>
      <p:ext uri="{BB962C8B-B14F-4D97-AF65-F5344CB8AC3E}">
        <p14:creationId xmlns:p14="http://schemas.microsoft.com/office/powerpoint/2010/main" val="34129509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Freeform 6" title="Page Number Shape">
            <a:extLst>
              <a:ext uri="{FF2B5EF4-FFF2-40B4-BE49-F238E27FC236}">
                <a16:creationId xmlns:a16="http://schemas.microsoft.com/office/drawing/2014/main" id="{CF7C5C2F-E311-4EDD-8AFD-8AD9877426BF}"/>
              </a:ext>
            </a:extLst>
          </p:cNvPr>
          <p:cNvSpPr/>
          <p:nvPr/>
        </p:nvSpPr>
        <p:spPr bwMode="auto">
          <a:xfrm>
            <a:off x="11784013" y="1393825"/>
            <a:ext cx="407987"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sp>
      <p:cxnSp>
        <p:nvCxnSpPr>
          <p:cNvPr id="5" name="Straight Connector 4" title="Horizontal Rule Line">
            <a:extLst>
              <a:ext uri="{FF2B5EF4-FFF2-40B4-BE49-F238E27FC236}">
                <a16:creationId xmlns:a16="http://schemas.microsoft.com/office/drawing/2014/main" id="{46DF5789-93FA-4D58-915A-562CB21A5B16}"/>
              </a:ext>
            </a:extLst>
          </p:cNvPr>
          <p:cNvCxnSpPr/>
          <p:nvPr/>
        </p:nvCxnSpPr>
        <p:spPr>
          <a:xfrm flipH="1">
            <a:off x="0" y="6178550"/>
            <a:ext cx="10244138"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947673" y="2571722"/>
            <a:ext cx="8296654" cy="3286153"/>
          </a:xfrm>
        </p:spPr>
        <p:txBody>
          <a:bodyPr>
            <a:normAutofit/>
          </a:bodyPr>
          <a:lstStyle>
            <a:lvl1pPr>
              <a:lnSpc>
                <a:spcPct val="85000"/>
              </a:lnSpc>
              <a:defRPr sz="7700" cap="all" baseline="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947673" y="1393748"/>
            <a:ext cx="8401429" cy="819150"/>
          </a:xfrm>
        </p:spPr>
        <p:txBody>
          <a:bodyPr anchor="ctr">
            <a:normAutofit/>
          </a:bodyPr>
          <a:lstStyle>
            <a:lvl1pPr marL="0" indent="0" algn="r">
              <a:lnSpc>
                <a:spcPct val="113000"/>
              </a:lnSpc>
              <a:spcBef>
                <a:spcPts val="0"/>
              </a:spcBef>
              <a:buNone/>
              <a:defRPr sz="2000" b="0" i="1" baseline="0">
                <a:solidFill>
                  <a:schemeClr val="tx1">
                    <a:lumMod val="85000"/>
                    <a:lumOff val="1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6" name="Date Placeholder 3">
            <a:extLst>
              <a:ext uri="{FF2B5EF4-FFF2-40B4-BE49-F238E27FC236}">
                <a16:creationId xmlns:a16="http://schemas.microsoft.com/office/drawing/2014/main" id="{5D29F11D-68AF-4CB3-A6B6-0D1C167EDDB3}"/>
              </a:ext>
            </a:extLst>
          </p:cNvPr>
          <p:cNvSpPr>
            <a:spLocks noGrp="1"/>
          </p:cNvSpPr>
          <p:nvPr>
            <p:ph type="dt" sz="half" idx="10"/>
          </p:nvPr>
        </p:nvSpPr>
        <p:spPr>
          <a:xfrm>
            <a:off x="8742363" y="6315075"/>
            <a:ext cx="1597025" cy="365125"/>
          </a:xfrm>
        </p:spPr>
        <p:txBody>
          <a:bodyPr/>
          <a:lstStyle>
            <a:lvl1pPr>
              <a:defRPr sz="1200">
                <a:solidFill>
                  <a:schemeClr val="tx1">
                    <a:lumMod val="85000"/>
                    <a:lumOff val="15000"/>
                  </a:schemeClr>
                </a:solidFill>
              </a:defRPr>
            </a:lvl1pPr>
          </a:lstStyle>
          <a:p>
            <a:pPr>
              <a:defRPr/>
            </a:pPr>
            <a:fld id="{37BD2BC7-68C6-4B8D-B254-1590C0CD9B16}" type="datetimeFigureOut">
              <a:rPr lang="en-US"/>
              <a:pPr>
                <a:defRPr/>
              </a:pPr>
              <a:t>6/27/2022</a:t>
            </a:fld>
            <a:endParaRPr lang="en-US"/>
          </a:p>
        </p:txBody>
      </p:sp>
      <p:sp>
        <p:nvSpPr>
          <p:cNvPr id="7" name="Footer Placeholder 4">
            <a:extLst>
              <a:ext uri="{FF2B5EF4-FFF2-40B4-BE49-F238E27FC236}">
                <a16:creationId xmlns:a16="http://schemas.microsoft.com/office/drawing/2014/main" id="{13B82CAA-0A3D-4F74-A8C2-CB405567BDB5}"/>
              </a:ext>
            </a:extLst>
          </p:cNvPr>
          <p:cNvSpPr>
            <a:spLocks noGrp="1"/>
          </p:cNvSpPr>
          <p:nvPr>
            <p:ph type="ftr" sz="quarter" idx="11"/>
          </p:nvPr>
        </p:nvSpPr>
        <p:spPr>
          <a:xfrm>
            <a:off x="1947863" y="6315075"/>
            <a:ext cx="6480175" cy="365125"/>
          </a:xfrm>
        </p:spPr>
        <p:txBody>
          <a:bodyPr/>
          <a:lstStyle>
            <a:lvl1pPr>
              <a:defRPr b="0">
                <a:solidFill>
                  <a:schemeClr val="tx1">
                    <a:lumMod val="85000"/>
                    <a:lumOff val="15000"/>
                  </a:schemeClr>
                </a:solidFill>
              </a:defRPr>
            </a:lvl1pPr>
          </a:lstStyle>
          <a:p>
            <a:pPr>
              <a:defRPr/>
            </a:pPr>
            <a:endParaRPr lang="en-US"/>
          </a:p>
        </p:txBody>
      </p:sp>
      <p:sp>
        <p:nvSpPr>
          <p:cNvPr id="8" name="Slide Number Placeholder 5">
            <a:extLst>
              <a:ext uri="{FF2B5EF4-FFF2-40B4-BE49-F238E27FC236}">
                <a16:creationId xmlns:a16="http://schemas.microsoft.com/office/drawing/2014/main" id="{96961DE6-3F79-4FD8-BFB0-259F9B27772A}"/>
              </a:ext>
            </a:extLst>
          </p:cNvPr>
          <p:cNvSpPr>
            <a:spLocks noGrp="1"/>
          </p:cNvSpPr>
          <p:nvPr>
            <p:ph type="sldNum" sz="quarter" idx="12"/>
          </p:nvPr>
        </p:nvSpPr>
        <p:spPr>
          <a:xfrm>
            <a:off x="11784013" y="1620838"/>
            <a:ext cx="407987" cy="365125"/>
          </a:xfrm>
        </p:spPr>
        <p:txBody>
          <a:bodyPr/>
          <a:lstStyle>
            <a:lvl1pPr>
              <a:defRPr>
                <a:solidFill>
                  <a:schemeClr val="bg2"/>
                </a:solidFill>
              </a:defRPr>
            </a:lvl1pPr>
          </a:lstStyle>
          <a:p>
            <a:pPr>
              <a:defRPr/>
            </a:pPr>
            <a:fld id="{94F77F37-D150-4A00-8443-3EF1B77CF23C}" type="slidenum">
              <a:rPr lang="en-US"/>
              <a:pPr>
                <a:defRPr/>
              </a:pPr>
              <a:t>‹#›</a:t>
            </a:fld>
            <a:endParaRPr lang="en-US"/>
          </a:p>
        </p:txBody>
      </p:sp>
    </p:spTree>
    <p:extLst>
      <p:ext uri="{BB962C8B-B14F-4D97-AF65-F5344CB8AC3E}">
        <p14:creationId xmlns:p14="http://schemas.microsoft.com/office/powerpoint/2010/main" val="1811563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181600" y="540628"/>
            <a:ext cx="6248400" cy="248894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181600" y="3712467"/>
            <a:ext cx="6248400" cy="248222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7CBA5734-508B-4AC3-A2FE-135D763E7858}"/>
              </a:ext>
            </a:extLst>
          </p:cNvPr>
          <p:cNvSpPr>
            <a:spLocks noGrp="1"/>
          </p:cNvSpPr>
          <p:nvPr>
            <p:ph type="dt" sz="half" idx="10"/>
          </p:nvPr>
        </p:nvSpPr>
        <p:spPr/>
        <p:txBody>
          <a:bodyPr/>
          <a:lstStyle>
            <a:lvl1pPr>
              <a:defRPr/>
            </a:lvl1pPr>
          </a:lstStyle>
          <a:p>
            <a:pPr>
              <a:defRPr/>
            </a:pPr>
            <a:fld id="{CF380B4B-F217-4C7E-9BF1-214583C18ED8}" type="datetimeFigureOut">
              <a:rPr lang="en-US"/>
              <a:pPr>
                <a:defRPr/>
              </a:pPr>
              <a:t>6/27/2022</a:t>
            </a:fld>
            <a:endParaRPr lang="en-US"/>
          </a:p>
        </p:txBody>
      </p:sp>
      <p:sp>
        <p:nvSpPr>
          <p:cNvPr id="6" name="Footer Placeholder 4">
            <a:extLst>
              <a:ext uri="{FF2B5EF4-FFF2-40B4-BE49-F238E27FC236}">
                <a16:creationId xmlns:a16="http://schemas.microsoft.com/office/drawing/2014/main" id="{E0E606B2-A8C9-4AEC-881C-42F843D461CA}"/>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3EC25D75-D60B-43CD-B7C4-A660B0EF586F}"/>
              </a:ext>
            </a:extLst>
          </p:cNvPr>
          <p:cNvSpPr>
            <a:spLocks noGrp="1"/>
          </p:cNvSpPr>
          <p:nvPr>
            <p:ph type="sldNum" sz="quarter" idx="12"/>
          </p:nvPr>
        </p:nvSpPr>
        <p:spPr/>
        <p:txBody>
          <a:bodyPr/>
          <a:lstStyle>
            <a:lvl1pPr>
              <a:defRPr/>
            </a:lvl1pPr>
          </a:lstStyle>
          <a:p>
            <a:pPr>
              <a:defRPr/>
            </a:pPr>
            <a:fld id="{5B98ADE4-9E27-4173-9F6E-418140A4869E}" type="slidenum">
              <a:rPr lang="en-US"/>
              <a:pPr>
                <a:defRPr/>
              </a:pPr>
              <a:t>‹#›</a:t>
            </a:fld>
            <a:endParaRPr lang="en-US"/>
          </a:p>
        </p:txBody>
      </p:sp>
    </p:spTree>
    <p:extLst>
      <p:ext uri="{BB962C8B-B14F-4D97-AF65-F5344CB8AC3E}">
        <p14:creationId xmlns:p14="http://schemas.microsoft.com/office/powerpoint/2010/main" val="37996436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62000" y="557784"/>
            <a:ext cx="3831336" cy="49560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5181600" y="558065"/>
            <a:ext cx="6245352" cy="914400"/>
          </a:xfrm>
        </p:spPr>
        <p:txBody>
          <a:bodyPr anchor="b">
            <a:normAutofit/>
          </a:bodyPr>
          <a:lstStyle>
            <a:lvl1pPr marL="0" indent="0">
              <a:lnSpc>
                <a:spcPct val="113000"/>
              </a:lnSpc>
              <a:spcBef>
                <a:spcPts val="0"/>
              </a:spcBef>
              <a:buNone/>
              <a:defRPr sz="2400" b="0" i="1" baseline="0">
                <a:solidFill>
                  <a:schemeClr val="tx1">
                    <a:lumMod val="85000"/>
                    <a:lumOff val="1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5181600" y="1526671"/>
            <a:ext cx="6245352" cy="175564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81600" y="3700826"/>
            <a:ext cx="6248400" cy="914400"/>
          </a:xfrm>
        </p:spPr>
        <p:txBody>
          <a:bodyPr anchor="b">
            <a:normAutofit/>
          </a:bodyPr>
          <a:lstStyle>
            <a:lvl1pPr marL="0" indent="0">
              <a:buNone/>
              <a:defRPr sz="2400" b="0" i="1" baseline="0">
                <a:solidFill>
                  <a:schemeClr val="tx1">
                    <a:lumMod val="85000"/>
                    <a:lumOff val="1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181600" y="4669432"/>
            <a:ext cx="6245352" cy="175564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a:extLst>
              <a:ext uri="{FF2B5EF4-FFF2-40B4-BE49-F238E27FC236}">
                <a16:creationId xmlns:a16="http://schemas.microsoft.com/office/drawing/2014/main" id="{7CBA5734-508B-4AC3-A2FE-135D763E7858}"/>
              </a:ext>
            </a:extLst>
          </p:cNvPr>
          <p:cNvSpPr>
            <a:spLocks noGrp="1"/>
          </p:cNvSpPr>
          <p:nvPr>
            <p:ph type="dt" sz="half" idx="10"/>
          </p:nvPr>
        </p:nvSpPr>
        <p:spPr/>
        <p:txBody>
          <a:bodyPr/>
          <a:lstStyle>
            <a:lvl1pPr>
              <a:defRPr/>
            </a:lvl1pPr>
          </a:lstStyle>
          <a:p>
            <a:pPr>
              <a:defRPr/>
            </a:pPr>
            <a:fld id="{0C0D23CB-2625-4C6D-92CB-A72EFDA37A6D}" type="datetimeFigureOut">
              <a:rPr lang="en-US"/>
              <a:pPr>
                <a:defRPr/>
              </a:pPr>
              <a:t>6/27/2022</a:t>
            </a:fld>
            <a:endParaRPr lang="en-US"/>
          </a:p>
        </p:txBody>
      </p:sp>
      <p:sp>
        <p:nvSpPr>
          <p:cNvPr id="8" name="Footer Placeholder 4">
            <a:extLst>
              <a:ext uri="{FF2B5EF4-FFF2-40B4-BE49-F238E27FC236}">
                <a16:creationId xmlns:a16="http://schemas.microsoft.com/office/drawing/2014/main" id="{E0E606B2-A8C9-4AEC-881C-42F843D461CA}"/>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3EC25D75-D60B-43CD-B7C4-A660B0EF586F}"/>
              </a:ext>
            </a:extLst>
          </p:cNvPr>
          <p:cNvSpPr>
            <a:spLocks noGrp="1"/>
          </p:cNvSpPr>
          <p:nvPr>
            <p:ph type="sldNum" sz="quarter" idx="12"/>
          </p:nvPr>
        </p:nvSpPr>
        <p:spPr/>
        <p:txBody>
          <a:bodyPr/>
          <a:lstStyle>
            <a:lvl1pPr>
              <a:defRPr/>
            </a:lvl1pPr>
          </a:lstStyle>
          <a:p>
            <a:pPr>
              <a:defRPr/>
            </a:pPr>
            <a:fld id="{D9599D96-DE76-4825-9D5A-39AD25FE939B}" type="slidenum">
              <a:rPr lang="en-US"/>
              <a:pPr>
                <a:defRPr/>
              </a:pPr>
              <a:t>‹#›</a:t>
            </a:fld>
            <a:endParaRPr lang="en-US"/>
          </a:p>
        </p:txBody>
      </p:sp>
    </p:spTree>
    <p:extLst>
      <p:ext uri="{BB962C8B-B14F-4D97-AF65-F5344CB8AC3E}">
        <p14:creationId xmlns:p14="http://schemas.microsoft.com/office/powerpoint/2010/main" val="5545761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7CBA5734-508B-4AC3-A2FE-135D763E7858}"/>
              </a:ext>
            </a:extLst>
          </p:cNvPr>
          <p:cNvSpPr>
            <a:spLocks noGrp="1"/>
          </p:cNvSpPr>
          <p:nvPr>
            <p:ph type="dt" sz="half" idx="10"/>
          </p:nvPr>
        </p:nvSpPr>
        <p:spPr/>
        <p:txBody>
          <a:bodyPr/>
          <a:lstStyle>
            <a:lvl1pPr>
              <a:defRPr/>
            </a:lvl1pPr>
          </a:lstStyle>
          <a:p>
            <a:pPr>
              <a:defRPr/>
            </a:pPr>
            <a:fld id="{857D1464-4752-4760-BA26-F527B7414867}" type="datetimeFigureOut">
              <a:rPr lang="en-US"/>
              <a:pPr>
                <a:defRPr/>
              </a:pPr>
              <a:t>6/27/2022</a:t>
            </a:fld>
            <a:endParaRPr lang="en-US"/>
          </a:p>
        </p:txBody>
      </p:sp>
      <p:sp>
        <p:nvSpPr>
          <p:cNvPr id="4" name="Footer Placeholder 4">
            <a:extLst>
              <a:ext uri="{FF2B5EF4-FFF2-40B4-BE49-F238E27FC236}">
                <a16:creationId xmlns:a16="http://schemas.microsoft.com/office/drawing/2014/main" id="{E0E606B2-A8C9-4AEC-881C-42F843D461CA}"/>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3EC25D75-D60B-43CD-B7C4-A660B0EF586F}"/>
              </a:ext>
            </a:extLst>
          </p:cNvPr>
          <p:cNvSpPr>
            <a:spLocks noGrp="1"/>
          </p:cNvSpPr>
          <p:nvPr>
            <p:ph type="sldNum" sz="quarter" idx="12"/>
          </p:nvPr>
        </p:nvSpPr>
        <p:spPr/>
        <p:txBody>
          <a:bodyPr/>
          <a:lstStyle>
            <a:lvl1pPr>
              <a:defRPr/>
            </a:lvl1pPr>
          </a:lstStyle>
          <a:p>
            <a:pPr>
              <a:defRPr/>
            </a:pPr>
            <a:fld id="{B71744E4-184A-4F3E-B7C8-B0EBD6E30224}" type="slidenum">
              <a:rPr lang="en-US"/>
              <a:pPr>
                <a:defRPr/>
              </a:pPr>
              <a:t>‹#›</a:t>
            </a:fld>
            <a:endParaRPr lang="en-US"/>
          </a:p>
        </p:txBody>
      </p:sp>
    </p:spTree>
    <p:extLst>
      <p:ext uri="{BB962C8B-B14F-4D97-AF65-F5344CB8AC3E}">
        <p14:creationId xmlns:p14="http://schemas.microsoft.com/office/powerpoint/2010/main" val="5761112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7CBA5734-508B-4AC3-A2FE-135D763E7858}"/>
              </a:ext>
            </a:extLst>
          </p:cNvPr>
          <p:cNvSpPr>
            <a:spLocks noGrp="1"/>
          </p:cNvSpPr>
          <p:nvPr>
            <p:ph type="dt" sz="half" idx="10"/>
          </p:nvPr>
        </p:nvSpPr>
        <p:spPr/>
        <p:txBody>
          <a:bodyPr/>
          <a:lstStyle>
            <a:lvl1pPr>
              <a:defRPr/>
            </a:lvl1pPr>
          </a:lstStyle>
          <a:p>
            <a:pPr>
              <a:defRPr/>
            </a:pPr>
            <a:fld id="{CA38E197-584D-45BF-9CB8-F963E5294B42}" type="datetimeFigureOut">
              <a:rPr lang="en-US"/>
              <a:pPr>
                <a:defRPr/>
              </a:pPr>
              <a:t>6/27/2022</a:t>
            </a:fld>
            <a:endParaRPr lang="en-US"/>
          </a:p>
        </p:txBody>
      </p:sp>
      <p:sp>
        <p:nvSpPr>
          <p:cNvPr id="3" name="Footer Placeholder 4">
            <a:extLst>
              <a:ext uri="{FF2B5EF4-FFF2-40B4-BE49-F238E27FC236}">
                <a16:creationId xmlns:a16="http://schemas.microsoft.com/office/drawing/2014/main" id="{E0E606B2-A8C9-4AEC-881C-42F843D461CA}"/>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3EC25D75-D60B-43CD-B7C4-A660B0EF586F}"/>
              </a:ext>
            </a:extLst>
          </p:cNvPr>
          <p:cNvSpPr>
            <a:spLocks noGrp="1"/>
          </p:cNvSpPr>
          <p:nvPr>
            <p:ph type="sldNum" sz="quarter" idx="12"/>
          </p:nvPr>
        </p:nvSpPr>
        <p:spPr/>
        <p:txBody>
          <a:bodyPr/>
          <a:lstStyle>
            <a:lvl1pPr>
              <a:defRPr/>
            </a:lvl1pPr>
          </a:lstStyle>
          <a:p>
            <a:pPr>
              <a:defRPr/>
            </a:pPr>
            <a:fld id="{1CBD4F74-47AE-44DC-B216-9FEE10769AAF}" type="slidenum">
              <a:rPr lang="en-US"/>
              <a:pPr>
                <a:defRPr/>
              </a:pPr>
              <a:t>‹#›</a:t>
            </a:fld>
            <a:endParaRPr lang="en-US"/>
          </a:p>
        </p:txBody>
      </p:sp>
    </p:spTree>
    <p:extLst>
      <p:ext uri="{BB962C8B-B14F-4D97-AF65-F5344CB8AC3E}">
        <p14:creationId xmlns:p14="http://schemas.microsoft.com/office/powerpoint/2010/main" val="6836860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62000" y="555479"/>
            <a:ext cx="3838776" cy="1921022"/>
          </a:xfrm>
        </p:spPr>
        <p:txBody>
          <a:bodyPr>
            <a:noAutofit/>
          </a:bodyPr>
          <a:lstStyle>
            <a:lvl1pPr>
              <a:lnSpc>
                <a:spcPct val="93000"/>
              </a:lnSpc>
              <a:defRPr sz="4000"/>
            </a:lvl1pPr>
          </a:lstStyle>
          <a:p>
            <a:r>
              <a:rPr lang="en-US"/>
              <a:t>Click to edit Master title style</a:t>
            </a:r>
            <a:endParaRPr lang="en-US" dirty="0"/>
          </a:p>
        </p:txBody>
      </p:sp>
      <p:sp>
        <p:nvSpPr>
          <p:cNvPr id="3" name="Content Placeholder 2"/>
          <p:cNvSpPr>
            <a:spLocks noGrp="1"/>
          </p:cNvSpPr>
          <p:nvPr>
            <p:ph idx="1"/>
          </p:nvPr>
        </p:nvSpPr>
        <p:spPr>
          <a:xfrm>
            <a:off x="5181600" y="564147"/>
            <a:ext cx="6248400" cy="5622644"/>
          </a:xfrm>
        </p:spPr>
        <p:txBody>
          <a:bodyPr/>
          <a:lstStyle>
            <a:lvl1pPr>
              <a:lnSpc>
                <a:spcPct val="112000"/>
              </a:lnSpc>
              <a:defRPr sz="2000"/>
            </a:lvl1pPr>
            <a:lvl2pPr>
              <a:lnSpc>
                <a:spcPct val="112000"/>
              </a:lnSpc>
              <a:defRPr sz="1800"/>
            </a:lvl2pPr>
            <a:lvl3pPr>
              <a:lnSpc>
                <a:spcPct val="112000"/>
              </a:lnSpc>
              <a:defRPr sz="1600"/>
            </a:lvl3pPr>
            <a:lvl4pPr>
              <a:lnSpc>
                <a:spcPct val="112000"/>
              </a:lnSpc>
              <a:defRPr sz="1400"/>
            </a:lvl4pPr>
            <a:lvl5pPr>
              <a:lnSpc>
                <a:spcPct val="112000"/>
              </a:lnSpc>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2000" y="2621512"/>
            <a:ext cx="3838776" cy="3239537"/>
          </a:xfrm>
        </p:spPr>
        <p:txBody>
          <a:bodyPr/>
          <a:lstStyle>
            <a:lvl1pPr marL="0" indent="0" algn="r">
              <a:lnSpc>
                <a:spcPct val="125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3">
            <a:extLst>
              <a:ext uri="{FF2B5EF4-FFF2-40B4-BE49-F238E27FC236}">
                <a16:creationId xmlns:a16="http://schemas.microsoft.com/office/drawing/2014/main" id="{7CBA5734-508B-4AC3-A2FE-135D763E7858}"/>
              </a:ext>
            </a:extLst>
          </p:cNvPr>
          <p:cNvSpPr>
            <a:spLocks noGrp="1"/>
          </p:cNvSpPr>
          <p:nvPr>
            <p:ph type="dt" sz="half" idx="10"/>
          </p:nvPr>
        </p:nvSpPr>
        <p:spPr/>
        <p:txBody>
          <a:bodyPr/>
          <a:lstStyle>
            <a:lvl1pPr>
              <a:defRPr/>
            </a:lvl1pPr>
          </a:lstStyle>
          <a:p>
            <a:pPr>
              <a:defRPr/>
            </a:pPr>
            <a:fld id="{D50E2F51-FFB1-4E2C-A88A-BC18B3F80212}" type="datetimeFigureOut">
              <a:rPr lang="en-US"/>
              <a:pPr>
                <a:defRPr/>
              </a:pPr>
              <a:t>6/27/2022</a:t>
            </a:fld>
            <a:endParaRPr lang="en-US"/>
          </a:p>
        </p:txBody>
      </p:sp>
      <p:sp>
        <p:nvSpPr>
          <p:cNvPr id="6" name="Footer Placeholder 4">
            <a:extLst>
              <a:ext uri="{FF2B5EF4-FFF2-40B4-BE49-F238E27FC236}">
                <a16:creationId xmlns:a16="http://schemas.microsoft.com/office/drawing/2014/main" id="{E0E606B2-A8C9-4AEC-881C-42F843D461CA}"/>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3EC25D75-D60B-43CD-B7C4-A660B0EF586F}"/>
              </a:ext>
            </a:extLst>
          </p:cNvPr>
          <p:cNvSpPr>
            <a:spLocks noGrp="1"/>
          </p:cNvSpPr>
          <p:nvPr>
            <p:ph type="sldNum" sz="quarter" idx="12"/>
          </p:nvPr>
        </p:nvSpPr>
        <p:spPr/>
        <p:txBody>
          <a:bodyPr/>
          <a:lstStyle>
            <a:lvl1pPr>
              <a:defRPr/>
            </a:lvl1pPr>
          </a:lstStyle>
          <a:p>
            <a:pPr>
              <a:defRPr/>
            </a:pPr>
            <a:fld id="{11FBD7D3-8082-4302-A19B-38B44F60B72F}" type="slidenum">
              <a:rPr lang="en-US"/>
              <a:pPr>
                <a:defRPr/>
              </a:pPr>
              <a:t>‹#›</a:t>
            </a:fld>
            <a:endParaRPr lang="en-US"/>
          </a:p>
        </p:txBody>
      </p:sp>
    </p:spTree>
    <p:extLst>
      <p:ext uri="{BB962C8B-B14F-4D97-AF65-F5344CB8AC3E}">
        <p14:creationId xmlns:p14="http://schemas.microsoft.com/office/powerpoint/2010/main" val="1455430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58952" y="557261"/>
            <a:ext cx="3840480" cy="1919239"/>
          </a:xfrm>
        </p:spPr>
        <p:txBody>
          <a:bodyPr>
            <a:noAutofit/>
          </a:bodyPr>
          <a:lstStyle>
            <a:lvl1pPr>
              <a:lnSpc>
                <a:spcPct val="93000"/>
              </a:lnSpc>
              <a:defRPr sz="40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57800" y="0"/>
            <a:ext cx="6172200" cy="6857999"/>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758952" y="2621512"/>
            <a:ext cx="3840480" cy="3236976"/>
          </a:xfrm>
        </p:spPr>
        <p:txBody>
          <a:bodyPr/>
          <a:lstStyle>
            <a:lvl1pPr marL="0" indent="0" algn="r">
              <a:lnSpc>
                <a:spcPct val="125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3">
            <a:extLst>
              <a:ext uri="{FF2B5EF4-FFF2-40B4-BE49-F238E27FC236}">
                <a16:creationId xmlns:a16="http://schemas.microsoft.com/office/drawing/2014/main" id="{7CBA5734-508B-4AC3-A2FE-135D763E7858}"/>
              </a:ext>
            </a:extLst>
          </p:cNvPr>
          <p:cNvSpPr>
            <a:spLocks noGrp="1"/>
          </p:cNvSpPr>
          <p:nvPr>
            <p:ph type="dt" sz="half" idx="10"/>
          </p:nvPr>
        </p:nvSpPr>
        <p:spPr/>
        <p:txBody>
          <a:bodyPr/>
          <a:lstStyle>
            <a:lvl1pPr>
              <a:defRPr/>
            </a:lvl1pPr>
          </a:lstStyle>
          <a:p>
            <a:pPr>
              <a:defRPr/>
            </a:pPr>
            <a:fld id="{FDF773B9-7336-475A-B69A-D584E4E5D730}" type="datetimeFigureOut">
              <a:rPr lang="en-US"/>
              <a:pPr>
                <a:defRPr/>
              </a:pPr>
              <a:t>6/27/2022</a:t>
            </a:fld>
            <a:endParaRPr lang="en-US"/>
          </a:p>
        </p:txBody>
      </p:sp>
      <p:sp>
        <p:nvSpPr>
          <p:cNvPr id="6" name="Footer Placeholder 4">
            <a:extLst>
              <a:ext uri="{FF2B5EF4-FFF2-40B4-BE49-F238E27FC236}">
                <a16:creationId xmlns:a16="http://schemas.microsoft.com/office/drawing/2014/main" id="{E0E606B2-A8C9-4AEC-881C-42F843D461CA}"/>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3EC25D75-D60B-43CD-B7C4-A660B0EF586F}"/>
              </a:ext>
            </a:extLst>
          </p:cNvPr>
          <p:cNvSpPr>
            <a:spLocks noGrp="1"/>
          </p:cNvSpPr>
          <p:nvPr>
            <p:ph type="sldNum" sz="quarter" idx="12"/>
          </p:nvPr>
        </p:nvSpPr>
        <p:spPr/>
        <p:txBody>
          <a:bodyPr/>
          <a:lstStyle>
            <a:lvl1pPr>
              <a:defRPr/>
            </a:lvl1pPr>
          </a:lstStyle>
          <a:p>
            <a:pPr>
              <a:defRPr/>
            </a:pPr>
            <a:fld id="{B21DFFD2-901F-4B11-BA07-BF74EA6CB38B}" type="slidenum">
              <a:rPr lang="en-US"/>
              <a:pPr>
                <a:defRPr/>
              </a:pPr>
              <a:t>‹#›</a:t>
            </a:fld>
            <a:endParaRPr lang="en-US"/>
          </a:p>
        </p:txBody>
      </p:sp>
    </p:spTree>
    <p:extLst>
      <p:ext uri="{BB962C8B-B14F-4D97-AF65-F5344CB8AC3E}">
        <p14:creationId xmlns:p14="http://schemas.microsoft.com/office/powerpoint/2010/main" val="9516168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5181600" y="640080"/>
            <a:ext cx="6248398" cy="558414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BA5734-508B-4AC3-A2FE-135D763E7858}"/>
              </a:ext>
            </a:extLst>
          </p:cNvPr>
          <p:cNvSpPr>
            <a:spLocks noGrp="1"/>
          </p:cNvSpPr>
          <p:nvPr>
            <p:ph type="dt" sz="half" idx="10"/>
          </p:nvPr>
        </p:nvSpPr>
        <p:spPr/>
        <p:txBody>
          <a:bodyPr/>
          <a:lstStyle>
            <a:lvl1pPr>
              <a:defRPr/>
            </a:lvl1pPr>
          </a:lstStyle>
          <a:p>
            <a:pPr>
              <a:defRPr/>
            </a:pPr>
            <a:fld id="{E2DFBC78-8A9B-4858-8A71-1DCC2DDBAA68}" type="datetimeFigureOut">
              <a:rPr lang="en-US"/>
              <a:pPr>
                <a:defRPr/>
              </a:pPr>
              <a:t>6/27/2022</a:t>
            </a:fld>
            <a:endParaRPr lang="en-US"/>
          </a:p>
        </p:txBody>
      </p:sp>
      <p:sp>
        <p:nvSpPr>
          <p:cNvPr id="5" name="Footer Placeholder 4">
            <a:extLst>
              <a:ext uri="{FF2B5EF4-FFF2-40B4-BE49-F238E27FC236}">
                <a16:creationId xmlns:a16="http://schemas.microsoft.com/office/drawing/2014/main" id="{E0E606B2-A8C9-4AEC-881C-42F843D461C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3EC25D75-D60B-43CD-B7C4-A660B0EF586F}"/>
              </a:ext>
            </a:extLst>
          </p:cNvPr>
          <p:cNvSpPr>
            <a:spLocks noGrp="1"/>
          </p:cNvSpPr>
          <p:nvPr>
            <p:ph type="sldNum" sz="quarter" idx="12"/>
          </p:nvPr>
        </p:nvSpPr>
        <p:spPr/>
        <p:txBody>
          <a:bodyPr/>
          <a:lstStyle>
            <a:lvl1pPr>
              <a:defRPr/>
            </a:lvl1pPr>
          </a:lstStyle>
          <a:p>
            <a:pPr>
              <a:defRPr/>
            </a:pPr>
            <a:fld id="{0C13BDEE-82EF-43A9-8D0E-2AB4081C28E8}" type="slidenum">
              <a:rPr lang="en-US"/>
              <a:pPr>
                <a:defRPr/>
              </a:pPr>
              <a:t>‹#›</a:t>
            </a:fld>
            <a:endParaRPr lang="en-US"/>
          </a:p>
        </p:txBody>
      </p:sp>
    </p:spTree>
    <p:extLst>
      <p:ext uri="{BB962C8B-B14F-4D97-AF65-F5344CB8AC3E}">
        <p14:creationId xmlns:p14="http://schemas.microsoft.com/office/powerpoint/2010/main" val="38779081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Freeform 6" title="Page Number Shape">
            <a:extLst>
              <a:ext uri="{FF2B5EF4-FFF2-40B4-BE49-F238E27FC236}">
                <a16:creationId xmlns:a16="http://schemas.microsoft.com/office/drawing/2014/main" id="{778F8164-E153-447F-BB50-BD9B79FC5ECA}"/>
              </a:ext>
            </a:extLst>
          </p:cNvPr>
          <p:cNvSpPr/>
          <p:nvPr/>
        </p:nvSpPr>
        <p:spPr bwMode="auto">
          <a:xfrm>
            <a:off x="11784013" y="5380038"/>
            <a:ext cx="407987"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rgbClr val="262626"/>
          </a:solidFill>
          <a:ln w="0">
            <a:noFill/>
            <a:prstDash val="solid"/>
            <a:round/>
            <a:headEnd/>
            <a:tailEnd/>
          </a:ln>
        </p:spPr>
      </p:sp>
      <p:cxnSp>
        <p:nvCxnSpPr>
          <p:cNvPr id="5" name="Straight Connector 4" title="Horizontal Rule Line">
            <a:extLst>
              <a:ext uri="{FF2B5EF4-FFF2-40B4-BE49-F238E27FC236}">
                <a16:creationId xmlns:a16="http://schemas.microsoft.com/office/drawing/2014/main" id="{976A00EE-7910-46DD-9DE3-8B8594D9BA83}"/>
              </a:ext>
            </a:extLst>
          </p:cNvPr>
          <p:cNvCxnSpPr/>
          <p:nvPr/>
        </p:nvCxnSpPr>
        <p:spPr>
          <a:xfrm>
            <a:off x="0" y="6199188"/>
            <a:ext cx="10260013"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2" name="Vertical Title 1"/>
          <p:cNvSpPr>
            <a:spLocks noGrp="1"/>
          </p:cNvSpPr>
          <p:nvPr>
            <p:ph type="title" orient="vert"/>
          </p:nvPr>
        </p:nvSpPr>
        <p:spPr>
          <a:xfrm>
            <a:off x="7990765" y="642931"/>
            <a:ext cx="2446670" cy="4678106"/>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38200" y="642932"/>
            <a:ext cx="7070678" cy="467810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Date Placeholder 3">
            <a:extLst>
              <a:ext uri="{FF2B5EF4-FFF2-40B4-BE49-F238E27FC236}">
                <a16:creationId xmlns:a16="http://schemas.microsoft.com/office/drawing/2014/main" id="{79A37253-0A43-4028-A533-132BB448DB21}"/>
              </a:ext>
            </a:extLst>
          </p:cNvPr>
          <p:cNvSpPr>
            <a:spLocks noGrp="1"/>
          </p:cNvSpPr>
          <p:nvPr>
            <p:ph type="dt" sz="half" idx="10"/>
          </p:nvPr>
        </p:nvSpPr>
        <p:spPr>
          <a:xfrm>
            <a:off x="6535738" y="5927725"/>
            <a:ext cx="3814762" cy="365125"/>
          </a:xfrm>
        </p:spPr>
        <p:txBody>
          <a:bodyPr/>
          <a:lstStyle>
            <a:lvl1pPr>
              <a:defRPr/>
            </a:lvl1pPr>
          </a:lstStyle>
          <a:p>
            <a:pPr>
              <a:defRPr/>
            </a:pPr>
            <a:fld id="{96172F02-1255-4A87-9B3B-551500FEF114}" type="datetimeFigureOut">
              <a:rPr lang="en-US"/>
              <a:pPr>
                <a:defRPr/>
              </a:pPr>
              <a:t>6/27/2022</a:t>
            </a:fld>
            <a:endParaRPr lang="en-US"/>
          </a:p>
        </p:txBody>
      </p:sp>
      <p:sp>
        <p:nvSpPr>
          <p:cNvPr id="7" name="Footer Placeholder 4">
            <a:extLst>
              <a:ext uri="{FF2B5EF4-FFF2-40B4-BE49-F238E27FC236}">
                <a16:creationId xmlns:a16="http://schemas.microsoft.com/office/drawing/2014/main" id="{44E33CAC-0ABC-4FE7-9256-D93F3296C3A6}"/>
              </a:ext>
            </a:extLst>
          </p:cNvPr>
          <p:cNvSpPr>
            <a:spLocks noGrp="1"/>
          </p:cNvSpPr>
          <p:nvPr>
            <p:ph type="ftr" sz="quarter" idx="11"/>
          </p:nvPr>
        </p:nvSpPr>
        <p:spPr>
          <a:xfrm>
            <a:off x="6535738" y="6316663"/>
            <a:ext cx="3814762" cy="365125"/>
          </a:xfrm>
        </p:spPr>
        <p:txBody>
          <a:bodyPr/>
          <a:lstStyle>
            <a:lvl1pPr>
              <a:defRPr/>
            </a:lvl1pPr>
          </a:lstStyle>
          <a:p>
            <a:pPr>
              <a:defRPr/>
            </a:pPr>
            <a:endParaRPr lang="en-US"/>
          </a:p>
        </p:txBody>
      </p:sp>
      <p:sp>
        <p:nvSpPr>
          <p:cNvPr id="8" name="Slide Number Placeholder 5">
            <a:extLst>
              <a:ext uri="{FF2B5EF4-FFF2-40B4-BE49-F238E27FC236}">
                <a16:creationId xmlns:a16="http://schemas.microsoft.com/office/drawing/2014/main" id="{8C77FDA0-7954-4537-A9CB-2D148975CD84}"/>
              </a:ext>
            </a:extLst>
          </p:cNvPr>
          <p:cNvSpPr>
            <a:spLocks noGrp="1"/>
          </p:cNvSpPr>
          <p:nvPr>
            <p:ph type="sldNum" sz="quarter" idx="12"/>
          </p:nvPr>
        </p:nvSpPr>
        <p:spPr/>
        <p:txBody>
          <a:bodyPr/>
          <a:lstStyle>
            <a:lvl1pPr>
              <a:defRPr/>
            </a:lvl1pPr>
          </a:lstStyle>
          <a:p>
            <a:pPr>
              <a:defRPr/>
            </a:pPr>
            <a:fld id="{11894B56-F628-42B4-B041-E43C79342B48}" type="slidenum">
              <a:rPr lang="en-US"/>
              <a:pPr>
                <a:defRPr/>
              </a:pPr>
              <a:t>‹#›</a:t>
            </a:fld>
            <a:endParaRPr lang="en-US"/>
          </a:p>
        </p:txBody>
      </p:sp>
    </p:spTree>
    <p:extLst>
      <p:ext uri="{BB962C8B-B14F-4D97-AF65-F5344CB8AC3E}">
        <p14:creationId xmlns:p14="http://schemas.microsoft.com/office/powerpoint/2010/main" val="1712840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 name="Freeform 6" title="Page Number Shape">
            <a:extLst>
              <a:ext uri="{FF2B5EF4-FFF2-40B4-BE49-F238E27FC236}">
                <a16:creationId xmlns:a16="http://schemas.microsoft.com/office/drawing/2014/main" id="{37D0E80D-1161-4FA0-A04A-1A393F781758}"/>
              </a:ext>
            </a:extLst>
          </p:cNvPr>
          <p:cNvSpPr/>
          <p:nvPr/>
        </p:nvSpPr>
        <p:spPr bwMode="auto">
          <a:xfrm>
            <a:off x="11784013" y="5380038"/>
            <a:ext cx="407987"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sp>
      <p:sp>
        <p:nvSpPr>
          <p:cNvPr id="1027" name="Title Placeholder 1"/>
          <p:cNvSpPr>
            <a:spLocks noGrp="1" noChangeArrowheads="1"/>
          </p:cNvSpPr>
          <p:nvPr>
            <p:ph type="title"/>
          </p:nvPr>
        </p:nvSpPr>
        <p:spPr bwMode="auto">
          <a:xfrm>
            <a:off x="762000" y="560388"/>
            <a:ext cx="3833813" cy="4951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1028" name="Text Placeholder 2"/>
          <p:cNvSpPr>
            <a:spLocks noGrp="1" noChangeArrowheads="1"/>
          </p:cNvSpPr>
          <p:nvPr>
            <p:ph type="body" idx="1"/>
          </p:nvPr>
        </p:nvSpPr>
        <p:spPr bwMode="auto">
          <a:xfrm>
            <a:off x="5181600" y="568325"/>
            <a:ext cx="6248400" cy="565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7CBA5734-508B-4AC3-A2FE-135D763E7858}"/>
              </a:ext>
            </a:extLst>
          </p:cNvPr>
          <p:cNvSpPr>
            <a:spLocks noGrp="1"/>
          </p:cNvSpPr>
          <p:nvPr>
            <p:ph type="dt" sz="half" idx="2"/>
          </p:nvPr>
        </p:nvSpPr>
        <p:spPr>
          <a:xfrm>
            <a:off x="762000" y="5929313"/>
            <a:ext cx="3814763" cy="365125"/>
          </a:xfrm>
          <a:prstGeom prst="rect">
            <a:avLst/>
          </a:prstGeom>
        </p:spPr>
        <p:txBody>
          <a:bodyPr vert="horz" lIns="91440" tIns="45720" rIns="91440" bIns="45720" rtlCol="0" anchor="t"/>
          <a:lstStyle>
            <a:lvl1pPr algn="r" eaLnBrk="1" fontAlgn="auto" hangingPunct="1">
              <a:spcBef>
                <a:spcPts val="0"/>
              </a:spcBef>
              <a:spcAft>
                <a:spcPts val="0"/>
              </a:spcAft>
              <a:defRPr sz="1000" b="0" i="1" baseline="0">
                <a:solidFill>
                  <a:schemeClr val="tx1">
                    <a:lumMod val="85000"/>
                    <a:lumOff val="15000"/>
                  </a:schemeClr>
                </a:solidFill>
                <a:latin typeface="+mj-lt"/>
              </a:defRPr>
            </a:lvl1pPr>
          </a:lstStyle>
          <a:p>
            <a:pPr>
              <a:defRPr/>
            </a:pPr>
            <a:fld id="{E889BF90-953D-45C8-B68A-4479CB7DB2CD}" type="datetimeFigureOut">
              <a:rPr lang="en-US"/>
              <a:pPr>
                <a:defRPr/>
              </a:pPr>
              <a:t>6/27/2022</a:t>
            </a:fld>
            <a:endParaRPr lang="en-US"/>
          </a:p>
        </p:txBody>
      </p:sp>
      <p:sp>
        <p:nvSpPr>
          <p:cNvPr id="5" name="Footer Placeholder 4">
            <a:extLst>
              <a:ext uri="{FF2B5EF4-FFF2-40B4-BE49-F238E27FC236}">
                <a16:creationId xmlns:a16="http://schemas.microsoft.com/office/drawing/2014/main" id="{E0E606B2-A8C9-4AEC-881C-42F843D461CA}"/>
              </a:ext>
            </a:extLst>
          </p:cNvPr>
          <p:cNvSpPr>
            <a:spLocks noGrp="1"/>
          </p:cNvSpPr>
          <p:nvPr>
            <p:ph type="ftr" sz="quarter" idx="3"/>
          </p:nvPr>
        </p:nvSpPr>
        <p:spPr>
          <a:xfrm>
            <a:off x="762000" y="6315075"/>
            <a:ext cx="3814763" cy="365125"/>
          </a:xfrm>
          <a:prstGeom prst="rect">
            <a:avLst/>
          </a:prstGeom>
        </p:spPr>
        <p:txBody>
          <a:bodyPr vert="horz" lIns="91440" tIns="45720" rIns="91440" bIns="45720" rtlCol="0" anchor="t"/>
          <a:lstStyle>
            <a:lvl1pPr algn="r" eaLnBrk="1" fontAlgn="auto" hangingPunct="1">
              <a:spcBef>
                <a:spcPts val="0"/>
              </a:spcBef>
              <a:spcAft>
                <a:spcPts val="0"/>
              </a:spcAft>
              <a:defRPr sz="1200" b="1" i="1" baseline="0">
                <a:solidFill>
                  <a:schemeClr val="tx1">
                    <a:lumMod val="85000"/>
                    <a:lumOff val="15000"/>
                  </a:schemeClr>
                </a:solidFill>
                <a:latin typeface="+mj-lt"/>
              </a:defRPr>
            </a:lvl1pPr>
          </a:lstStyle>
          <a:p>
            <a:pPr>
              <a:defRPr/>
            </a:pPr>
            <a:endParaRPr lang="en-US"/>
          </a:p>
        </p:txBody>
      </p:sp>
      <p:sp>
        <p:nvSpPr>
          <p:cNvPr id="6" name="Slide Number Placeholder 5">
            <a:extLst>
              <a:ext uri="{FF2B5EF4-FFF2-40B4-BE49-F238E27FC236}">
                <a16:creationId xmlns:a16="http://schemas.microsoft.com/office/drawing/2014/main" id="{3EC25D75-D60B-43CD-B7C4-A660B0EF586F}"/>
              </a:ext>
            </a:extLst>
          </p:cNvPr>
          <p:cNvSpPr>
            <a:spLocks noGrp="1"/>
          </p:cNvSpPr>
          <p:nvPr>
            <p:ph type="sldNum" sz="quarter" idx="4"/>
          </p:nvPr>
        </p:nvSpPr>
        <p:spPr>
          <a:xfrm>
            <a:off x="11784013" y="5607050"/>
            <a:ext cx="407987" cy="365125"/>
          </a:xfrm>
          <a:prstGeom prst="rect">
            <a:avLst/>
          </a:prstGeom>
        </p:spPr>
        <p:txBody>
          <a:bodyPr vert="horz" lIns="91440" tIns="45720" rIns="91440" bIns="45720" rtlCol="0" anchor="ctr"/>
          <a:lstStyle>
            <a:lvl1pPr algn="r" eaLnBrk="1" fontAlgn="auto" hangingPunct="1">
              <a:spcBef>
                <a:spcPts val="0"/>
              </a:spcBef>
              <a:spcAft>
                <a:spcPts val="0"/>
              </a:spcAft>
              <a:defRPr sz="1200" b="0" i="1" baseline="0">
                <a:solidFill>
                  <a:schemeClr val="bg2"/>
                </a:solidFill>
                <a:latin typeface="+mj-lt"/>
              </a:defRPr>
            </a:lvl1pPr>
          </a:lstStyle>
          <a:p>
            <a:pPr>
              <a:defRPr/>
            </a:pPr>
            <a:fld id="{D3030582-0556-44CA-9A8F-5E2B87E66B4E}" type="slidenum">
              <a:rPr lang="en-US"/>
              <a:pPr>
                <a:defRPr/>
              </a:pPr>
              <a:t>‹#›</a:t>
            </a:fld>
            <a:endParaRPr lang="en-US"/>
          </a:p>
        </p:txBody>
      </p:sp>
      <p:cxnSp>
        <p:nvCxnSpPr>
          <p:cNvPr id="10" name="Straight Connector 9" title="Horizontal Rule Line">
            <a:extLst>
              <a:ext uri="{FF2B5EF4-FFF2-40B4-BE49-F238E27FC236}">
                <a16:creationId xmlns:a16="http://schemas.microsoft.com/office/drawing/2014/main" id="{E95DF745-3762-4C11-A94B-C464F35D1E63}"/>
              </a:ext>
            </a:extLst>
          </p:cNvPr>
          <p:cNvCxnSpPr/>
          <p:nvPr/>
        </p:nvCxnSpPr>
        <p:spPr>
          <a:xfrm>
            <a:off x="0" y="6199188"/>
            <a:ext cx="4495800"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99" r:id="rId1"/>
    <p:sldLayoutId id="2147483691" r:id="rId2"/>
    <p:sldLayoutId id="2147483700" r:id="rId3"/>
    <p:sldLayoutId id="2147483692" r:id="rId4"/>
    <p:sldLayoutId id="2147483693" r:id="rId5"/>
    <p:sldLayoutId id="2147483694" r:id="rId6"/>
    <p:sldLayoutId id="2147483695" r:id="rId7"/>
    <p:sldLayoutId id="2147483696" r:id="rId8"/>
    <p:sldLayoutId id="2147483697" r:id="rId9"/>
    <p:sldLayoutId id="2147483698" r:id="rId10"/>
    <p:sldLayoutId id="2147483701" r:id="rId11"/>
  </p:sldLayoutIdLst>
  <p:txStyles>
    <p:titleStyle>
      <a:lvl1pPr algn="r" rtl="0" eaLnBrk="0" fontAlgn="base" hangingPunct="0">
        <a:lnSpc>
          <a:spcPct val="90000"/>
        </a:lnSpc>
        <a:spcBef>
          <a:spcPct val="0"/>
        </a:spcBef>
        <a:spcAft>
          <a:spcPct val="0"/>
        </a:spcAft>
        <a:defRPr sz="5000" i="1" kern="1200">
          <a:solidFill>
            <a:srgbClr val="262626"/>
          </a:solidFill>
          <a:latin typeface="+mj-lt"/>
          <a:ea typeface="+mj-ea"/>
          <a:cs typeface="+mj-cs"/>
        </a:defRPr>
      </a:lvl1pPr>
      <a:lvl2pPr algn="r" rtl="0" eaLnBrk="0" fontAlgn="base" hangingPunct="0">
        <a:lnSpc>
          <a:spcPct val="90000"/>
        </a:lnSpc>
        <a:spcBef>
          <a:spcPct val="0"/>
        </a:spcBef>
        <a:spcAft>
          <a:spcPct val="0"/>
        </a:spcAft>
        <a:defRPr sz="5000" i="1">
          <a:solidFill>
            <a:srgbClr val="262626"/>
          </a:solidFill>
          <a:latin typeface="Calibri Light" panose="020F0302020204030204" pitchFamily="34" charset="0"/>
        </a:defRPr>
      </a:lvl2pPr>
      <a:lvl3pPr algn="r" rtl="0" eaLnBrk="0" fontAlgn="base" hangingPunct="0">
        <a:lnSpc>
          <a:spcPct val="90000"/>
        </a:lnSpc>
        <a:spcBef>
          <a:spcPct val="0"/>
        </a:spcBef>
        <a:spcAft>
          <a:spcPct val="0"/>
        </a:spcAft>
        <a:defRPr sz="5000" i="1">
          <a:solidFill>
            <a:srgbClr val="262626"/>
          </a:solidFill>
          <a:latin typeface="Calibri Light" panose="020F0302020204030204" pitchFamily="34" charset="0"/>
        </a:defRPr>
      </a:lvl3pPr>
      <a:lvl4pPr algn="r" rtl="0" eaLnBrk="0" fontAlgn="base" hangingPunct="0">
        <a:lnSpc>
          <a:spcPct val="90000"/>
        </a:lnSpc>
        <a:spcBef>
          <a:spcPct val="0"/>
        </a:spcBef>
        <a:spcAft>
          <a:spcPct val="0"/>
        </a:spcAft>
        <a:defRPr sz="5000" i="1">
          <a:solidFill>
            <a:srgbClr val="262626"/>
          </a:solidFill>
          <a:latin typeface="Calibri Light" panose="020F0302020204030204" pitchFamily="34" charset="0"/>
        </a:defRPr>
      </a:lvl4pPr>
      <a:lvl5pPr algn="r" rtl="0" eaLnBrk="0" fontAlgn="base" hangingPunct="0">
        <a:lnSpc>
          <a:spcPct val="90000"/>
        </a:lnSpc>
        <a:spcBef>
          <a:spcPct val="0"/>
        </a:spcBef>
        <a:spcAft>
          <a:spcPct val="0"/>
        </a:spcAft>
        <a:defRPr sz="5000" i="1">
          <a:solidFill>
            <a:srgbClr val="262626"/>
          </a:solidFill>
          <a:latin typeface="Calibri Light" panose="020F0302020204030204" pitchFamily="34" charset="0"/>
        </a:defRPr>
      </a:lvl5pPr>
      <a:lvl6pPr marL="457200" algn="r" rtl="0" fontAlgn="base">
        <a:lnSpc>
          <a:spcPct val="90000"/>
        </a:lnSpc>
        <a:spcBef>
          <a:spcPct val="0"/>
        </a:spcBef>
        <a:spcAft>
          <a:spcPct val="0"/>
        </a:spcAft>
        <a:defRPr sz="5000" i="1">
          <a:solidFill>
            <a:srgbClr val="262626"/>
          </a:solidFill>
          <a:latin typeface="Calibri Light" panose="020F0302020204030204" pitchFamily="34" charset="0"/>
        </a:defRPr>
      </a:lvl6pPr>
      <a:lvl7pPr marL="914400" algn="r" rtl="0" fontAlgn="base">
        <a:lnSpc>
          <a:spcPct val="90000"/>
        </a:lnSpc>
        <a:spcBef>
          <a:spcPct val="0"/>
        </a:spcBef>
        <a:spcAft>
          <a:spcPct val="0"/>
        </a:spcAft>
        <a:defRPr sz="5000" i="1">
          <a:solidFill>
            <a:srgbClr val="262626"/>
          </a:solidFill>
          <a:latin typeface="Calibri Light" panose="020F0302020204030204" pitchFamily="34" charset="0"/>
        </a:defRPr>
      </a:lvl7pPr>
      <a:lvl8pPr marL="1371600" algn="r" rtl="0" fontAlgn="base">
        <a:lnSpc>
          <a:spcPct val="90000"/>
        </a:lnSpc>
        <a:spcBef>
          <a:spcPct val="0"/>
        </a:spcBef>
        <a:spcAft>
          <a:spcPct val="0"/>
        </a:spcAft>
        <a:defRPr sz="5000" i="1">
          <a:solidFill>
            <a:srgbClr val="262626"/>
          </a:solidFill>
          <a:latin typeface="Calibri Light" panose="020F0302020204030204" pitchFamily="34" charset="0"/>
        </a:defRPr>
      </a:lvl8pPr>
      <a:lvl9pPr marL="1828800" algn="r" rtl="0" fontAlgn="base">
        <a:lnSpc>
          <a:spcPct val="90000"/>
        </a:lnSpc>
        <a:spcBef>
          <a:spcPct val="0"/>
        </a:spcBef>
        <a:spcAft>
          <a:spcPct val="0"/>
        </a:spcAft>
        <a:defRPr sz="5000" i="1">
          <a:solidFill>
            <a:srgbClr val="262626"/>
          </a:solidFill>
          <a:latin typeface="Calibri Light" panose="020F0302020204030204" pitchFamily="34" charset="0"/>
        </a:defRPr>
      </a:lvl9pPr>
    </p:titleStyle>
    <p:bodyStyle>
      <a:lvl1pPr marL="282575" indent="-282575" algn="l" rtl="0" eaLnBrk="0" fontAlgn="base" hangingPunct="0">
        <a:lnSpc>
          <a:spcPct val="112000"/>
        </a:lnSpc>
        <a:spcBef>
          <a:spcPts val="900"/>
        </a:spcBef>
        <a:spcAft>
          <a:spcPct val="0"/>
        </a:spcAft>
        <a:buFont typeface="Arial" panose="020B0604020202020204" pitchFamily="34" charset="0"/>
        <a:buChar char="•"/>
        <a:defRPr sz="2000" kern="1200">
          <a:solidFill>
            <a:srgbClr val="262626"/>
          </a:solidFill>
          <a:latin typeface="+mn-lt"/>
          <a:ea typeface="+mn-ea"/>
          <a:cs typeface="+mn-cs"/>
        </a:defRPr>
      </a:lvl1pPr>
      <a:lvl2pPr marL="685800" indent="-282575" algn="l" rtl="0" eaLnBrk="0" fontAlgn="base" hangingPunct="0">
        <a:lnSpc>
          <a:spcPct val="112000"/>
        </a:lnSpc>
        <a:spcBef>
          <a:spcPts val="900"/>
        </a:spcBef>
        <a:spcAft>
          <a:spcPct val="0"/>
        </a:spcAft>
        <a:buFont typeface="Corbel" panose="020B0503020204020204" pitchFamily="34" charset="0"/>
        <a:buChar char="–"/>
        <a:defRPr kern="1200">
          <a:solidFill>
            <a:srgbClr val="262626"/>
          </a:solidFill>
          <a:latin typeface="+mn-lt"/>
          <a:ea typeface="+mn-ea"/>
          <a:cs typeface="+mn-cs"/>
        </a:defRPr>
      </a:lvl2pPr>
      <a:lvl3pPr marL="1143000" indent="-282575" algn="l" rtl="0" eaLnBrk="0" fontAlgn="base" hangingPunct="0">
        <a:lnSpc>
          <a:spcPct val="112000"/>
        </a:lnSpc>
        <a:spcBef>
          <a:spcPts val="900"/>
        </a:spcBef>
        <a:spcAft>
          <a:spcPct val="0"/>
        </a:spcAft>
        <a:buFont typeface="Arial" panose="020B0604020202020204" pitchFamily="34" charset="0"/>
        <a:buChar char="•"/>
        <a:defRPr sz="1600" kern="1200">
          <a:solidFill>
            <a:srgbClr val="262626"/>
          </a:solidFill>
          <a:latin typeface="+mn-lt"/>
          <a:ea typeface="+mn-ea"/>
          <a:cs typeface="+mn-cs"/>
        </a:defRPr>
      </a:lvl3pPr>
      <a:lvl4pPr marL="1600200" indent="-282575" algn="l" rtl="0" eaLnBrk="0" fontAlgn="base" hangingPunct="0">
        <a:lnSpc>
          <a:spcPct val="112000"/>
        </a:lnSpc>
        <a:spcBef>
          <a:spcPts val="900"/>
        </a:spcBef>
        <a:spcAft>
          <a:spcPct val="0"/>
        </a:spcAft>
        <a:buFont typeface="Corbel" panose="020B0503020204020204" pitchFamily="34" charset="0"/>
        <a:buChar char="–"/>
        <a:defRPr sz="1400" kern="1200">
          <a:solidFill>
            <a:srgbClr val="262626"/>
          </a:solidFill>
          <a:latin typeface="+mn-lt"/>
          <a:ea typeface="+mn-ea"/>
          <a:cs typeface="+mn-cs"/>
        </a:defRPr>
      </a:lvl4pPr>
      <a:lvl5pPr marL="2057400" indent="-282575" algn="l" rtl="0" eaLnBrk="0" fontAlgn="base" hangingPunct="0">
        <a:lnSpc>
          <a:spcPct val="112000"/>
        </a:lnSpc>
        <a:spcBef>
          <a:spcPts val="900"/>
        </a:spcBef>
        <a:spcAft>
          <a:spcPct val="0"/>
        </a:spcAft>
        <a:buFont typeface="Arial" panose="020B0604020202020204" pitchFamily="34" charset="0"/>
        <a:buChar char="•"/>
        <a:defRPr sz="1400" i="1" kern="1200">
          <a:solidFill>
            <a:srgbClr val="262626"/>
          </a:solidFill>
          <a:latin typeface="+mn-lt"/>
          <a:ea typeface="+mn-ea"/>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hyperlink" Target="http://www.albion.com/VirginiaShea.html"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94CEDC-83E9-4CE2-AFAE-29E258EB0C1E}"/>
              </a:ext>
            </a:extLst>
          </p:cNvPr>
          <p:cNvSpPr>
            <a:spLocks noGrp="1"/>
          </p:cNvSpPr>
          <p:nvPr>
            <p:ph type="ctrTitle"/>
          </p:nvPr>
        </p:nvSpPr>
        <p:spPr>
          <a:xfrm>
            <a:off x="6075006" y="1143293"/>
            <a:ext cx="5422969" cy="4268965"/>
          </a:xfrm>
        </p:spPr>
        <p:txBody>
          <a:bodyPr rtlCol="0" anchor="ctr">
            <a:normAutofit/>
          </a:bodyPr>
          <a:lstStyle/>
          <a:p>
            <a:pPr eaLnBrk="1" fontAlgn="auto" hangingPunct="1">
              <a:spcAft>
                <a:spcPts val="0"/>
              </a:spcAft>
              <a:defRPr/>
            </a:pPr>
            <a:r>
              <a:rPr lang="en-US" sz="6600"/>
              <a:t>Professional ethics</a:t>
            </a:r>
          </a:p>
        </p:txBody>
      </p:sp>
      <p:sp>
        <p:nvSpPr>
          <p:cNvPr id="3" name="Subtitle 2">
            <a:extLst>
              <a:ext uri="{FF2B5EF4-FFF2-40B4-BE49-F238E27FC236}">
                <a16:creationId xmlns:a16="http://schemas.microsoft.com/office/drawing/2014/main" id="{206FAC64-47F7-48FF-8616-29F0E9FB6AEB}"/>
              </a:ext>
            </a:extLst>
          </p:cNvPr>
          <p:cNvSpPr>
            <a:spLocks noGrp="1"/>
          </p:cNvSpPr>
          <p:nvPr>
            <p:ph type="subTitle" idx="1"/>
          </p:nvPr>
        </p:nvSpPr>
        <p:spPr>
          <a:xfrm>
            <a:off x="6075006" y="5537925"/>
            <a:ext cx="5443666" cy="706355"/>
          </a:xfrm>
        </p:spPr>
        <p:txBody>
          <a:bodyPr rtlCol="0">
            <a:normAutofit/>
          </a:bodyPr>
          <a:lstStyle/>
          <a:p>
            <a:pPr eaLnBrk="1" fontAlgn="auto" hangingPunct="1">
              <a:lnSpc>
                <a:spcPct val="104000"/>
              </a:lnSpc>
              <a:spcAft>
                <a:spcPts val="600"/>
              </a:spcAft>
              <a:defRPr/>
            </a:pPr>
            <a:r>
              <a:rPr lang="en-US" sz="1700" dirty="0"/>
              <a:t>CS210 – 1</a:t>
            </a:r>
          </a:p>
          <a:p>
            <a:pPr eaLnBrk="1" fontAlgn="auto" hangingPunct="1">
              <a:lnSpc>
                <a:spcPct val="104000"/>
              </a:lnSpc>
              <a:spcAft>
                <a:spcPts val="600"/>
              </a:spcAft>
              <a:defRPr/>
            </a:pPr>
            <a:r>
              <a:rPr lang="en-US" sz="1700"/>
              <a:t>Lesson 2.3</a:t>
            </a:r>
          </a:p>
        </p:txBody>
      </p:sp>
      <p:sp>
        <p:nvSpPr>
          <p:cNvPr id="11" name="Freeform: Shape 10">
            <a:extLst>
              <a:ext uri="{FF2B5EF4-FFF2-40B4-BE49-F238E27FC236}">
                <a16:creationId xmlns:a16="http://schemas.microsoft.com/office/drawing/2014/main" id="{5D44B584-65A7-4029-A075-505AA5EAEB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443666" cy="6858000"/>
          </a:xfrm>
          <a:custGeom>
            <a:avLst/>
            <a:gdLst>
              <a:gd name="connsiteX0" fmla="*/ 0 w 5443666"/>
              <a:gd name="connsiteY0" fmla="*/ 0 h 6845983"/>
              <a:gd name="connsiteX1" fmla="*/ 3595564 w 5443666"/>
              <a:gd name="connsiteY1" fmla="*/ 0 h 6845983"/>
              <a:gd name="connsiteX2" fmla="*/ 3746607 w 5443666"/>
              <a:gd name="connsiteY2" fmla="*/ 118697 h 6845983"/>
              <a:gd name="connsiteX3" fmla="*/ 5443666 w 5443666"/>
              <a:gd name="connsiteY3" fmla="*/ 3717234 h 6845983"/>
              <a:gd name="connsiteX4" fmla="*/ 4378763 w 5443666"/>
              <a:gd name="connsiteY4" fmla="*/ 6683615 h 6845983"/>
              <a:gd name="connsiteX5" fmla="*/ 4238117 w 5443666"/>
              <a:gd name="connsiteY5" fmla="*/ 6845983 h 6845983"/>
              <a:gd name="connsiteX6" fmla="*/ 0 w 5443666"/>
              <a:gd name="connsiteY6" fmla="*/ 6845983 h 6845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43666" h="6845983">
                <a:moveTo>
                  <a:pt x="0" y="0"/>
                </a:moveTo>
                <a:lnTo>
                  <a:pt x="3595564" y="0"/>
                </a:lnTo>
                <a:lnTo>
                  <a:pt x="3746607" y="118697"/>
                </a:lnTo>
                <a:cubicBezTo>
                  <a:pt x="4783044" y="974041"/>
                  <a:pt x="5443666" y="2268489"/>
                  <a:pt x="5443666" y="3717234"/>
                </a:cubicBezTo>
                <a:cubicBezTo>
                  <a:pt x="5443666" y="4844036"/>
                  <a:pt x="5044030" y="5877498"/>
                  <a:pt x="4378763" y="6683615"/>
                </a:cubicBezTo>
                <a:lnTo>
                  <a:pt x="4238117" y="6845983"/>
                </a:lnTo>
                <a:lnTo>
                  <a:pt x="0" y="6845983"/>
                </a:ln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descr="Silver metal newtons cradle">
            <a:extLst>
              <a:ext uri="{FF2B5EF4-FFF2-40B4-BE49-F238E27FC236}">
                <a16:creationId xmlns:a16="http://schemas.microsoft.com/office/drawing/2014/main" id="{BECF64CC-1611-A6F5-309A-EFA67D45ABB5}"/>
              </a:ext>
            </a:extLst>
          </p:cNvPr>
          <p:cNvPicPr>
            <a:picLocks noChangeAspect="1"/>
          </p:cNvPicPr>
          <p:nvPr/>
        </p:nvPicPr>
        <p:blipFill rotWithShape="1">
          <a:blip r:embed="rId2"/>
          <a:srcRect l="24118" r="22081" b="-1"/>
          <a:stretch/>
        </p:blipFill>
        <p:spPr>
          <a:xfrm>
            <a:off x="1" y="10"/>
            <a:ext cx="5215066" cy="6857990"/>
          </a:xfrm>
          <a:custGeom>
            <a:avLst/>
            <a:gdLst/>
            <a:ahLst/>
            <a:cxnLst/>
            <a:rect l="l" t="t" r="r" b="b"/>
            <a:pathLst>
              <a:path w="5215066" h="6845983">
                <a:moveTo>
                  <a:pt x="0" y="0"/>
                </a:moveTo>
                <a:lnTo>
                  <a:pt x="3197713" y="0"/>
                </a:lnTo>
                <a:lnTo>
                  <a:pt x="3259787" y="39795"/>
                </a:lnTo>
                <a:cubicBezTo>
                  <a:pt x="4439462" y="836768"/>
                  <a:pt x="5215066" y="2186425"/>
                  <a:pt x="5215066" y="3717234"/>
                </a:cubicBezTo>
                <a:cubicBezTo>
                  <a:pt x="5215066" y="4788800"/>
                  <a:pt x="4835020" y="5771602"/>
                  <a:pt x="4202364" y="6538204"/>
                </a:cubicBezTo>
                <a:lnTo>
                  <a:pt x="3922635" y="6845983"/>
                </a:lnTo>
                <a:lnTo>
                  <a:pt x="0" y="6845983"/>
                </a:lnTo>
                <a:close/>
              </a:path>
            </a:pathLst>
          </a:custGeom>
        </p:spPr>
      </p:pic>
      <p:sp>
        <p:nvSpPr>
          <p:cNvPr id="13" name="Freeform 6">
            <a:extLst>
              <a:ext uri="{FF2B5EF4-FFF2-40B4-BE49-F238E27FC236}">
                <a16:creationId xmlns:a16="http://schemas.microsoft.com/office/drawing/2014/main" id="{D3686B33-4E07-4542-8F02-1876C8359B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118920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2"/>
          </a:solidFill>
          <a:ln w="0">
            <a:noFill/>
            <a:prstDash val="solid"/>
            <a:round/>
            <a:headEnd/>
            <a:tailEnd/>
          </a:ln>
        </p:spPr>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400"/>
                                        <p:tgtEl>
                                          <p:spTgt spid="3">
                                            <p:txEl>
                                              <p:pRg st="0" end="0"/>
                                            </p:txEl>
                                          </p:spTgt>
                                        </p:tgtEl>
                                      </p:cBhvr>
                                    </p:animEffect>
                                  </p:childTnLst>
                                </p:cTn>
                              </p:par>
                              <p:par>
                                <p:cTn id="8" presetID="10" presetClass="entr" presetSubtype="0" fill="hold" grpId="0" nodeType="withEffect">
                                  <p:stCondLst>
                                    <p:cond delay="1000"/>
                                  </p:stCondLst>
                                  <p:iterate type="lt">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4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176" name="Rectangle 7175">
            <a:extLst>
              <a:ext uri="{FF2B5EF4-FFF2-40B4-BE49-F238E27FC236}">
                <a16:creationId xmlns:a16="http://schemas.microsoft.com/office/drawing/2014/main" id="{68575C10-8187-4AC4-AD72-C754EAFD28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654295"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70" name="Title 5"/>
          <p:cNvSpPr>
            <a:spLocks noGrp="1" noChangeArrowheads="1"/>
          </p:cNvSpPr>
          <p:nvPr>
            <p:ph type="title"/>
          </p:nvPr>
        </p:nvSpPr>
        <p:spPr>
          <a:xfrm>
            <a:off x="762000" y="559678"/>
            <a:ext cx="3567915" cy="4952492"/>
          </a:xfrm>
        </p:spPr>
        <p:txBody>
          <a:bodyPr>
            <a:normAutofit/>
          </a:bodyPr>
          <a:lstStyle/>
          <a:p>
            <a:pPr eaLnBrk="1" hangingPunct="1"/>
            <a:r>
              <a:rPr lang="en-US" altLang="en-US">
                <a:solidFill>
                  <a:schemeClr val="bg1"/>
                </a:solidFill>
              </a:rPr>
              <a:t>Learning Outcomes:</a:t>
            </a:r>
          </a:p>
        </p:txBody>
      </p:sp>
      <p:cxnSp>
        <p:nvCxnSpPr>
          <p:cNvPr id="7178" name="Straight Connector 7177">
            <a:extLst>
              <a:ext uri="{FF2B5EF4-FFF2-40B4-BE49-F238E27FC236}">
                <a16:creationId xmlns:a16="http://schemas.microsoft.com/office/drawing/2014/main" id="{74E776C9-ED67-41B7-B3A3-4DF76EF3ACE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99730"/>
            <a:ext cx="4297680"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graphicFrame>
        <p:nvGraphicFramePr>
          <p:cNvPr id="7172" name="Content Placeholder 6">
            <a:extLst>
              <a:ext uri="{FF2B5EF4-FFF2-40B4-BE49-F238E27FC236}">
                <a16:creationId xmlns:a16="http://schemas.microsoft.com/office/drawing/2014/main" id="{C021FB23-AF26-166A-42D0-964E5A4E3975}"/>
              </a:ext>
            </a:extLst>
          </p:cNvPr>
          <p:cNvGraphicFramePr>
            <a:graphicFrameLocks noGrp="1"/>
          </p:cNvGraphicFramePr>
          <p:nvPr>
            <p:ph idx="1"/>
            <p:extLst>
              <p:ext uri="{D42A27DB-BD31-4B8C-83A1-F6EECF244321}">
                <p14:modId xmlns:p14="http://schemas.microsoft.com/office/powerpoint/2010/main" val="1220850069"/>
              </p:ext>
            </p:extLst>
          </p:nvPr>
        </p:nvGraphicFramePr>
        <p:xfrm>
          <a:off x="5181600" y="568325"/>
          <a:ext cx="6248400" cy="56562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Freeform 6">
            <a:extLst>
              <a:ext uri="{FF2B5EF4-FFF2-40B4-BE49-F238E27FC236}">
                <a16:creationId xmlns:a16="http://schemas.microsoft.com/office/drawing/2014/main" id="{CEA861C5-3CE8-4AD0-925C-836509B24A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118920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2"/>
          </a:solidFill>
          <a:ln w="0">
            <a:noFill/>
            <a:prstDash val="solid"/>
            <a:round/>
            <a:headEnd/>
            <a:tailEnd/>
          </a:ln>
        </p:spPr>
      </p:sp>
      <p:cxnSp>
        <p:nvCxnSpPr>
          <p:cNvPr id="11" name="Straight Connector 10">
            <a:extLst>
              <a:ext uri="{FF2B5EF4-FFF2-40B4-BE49-F238E27FC236}">
                <a16:creationId xmlns:a16="http://schemas.microsoft.com/office/drawing/2014/main" id="{EDB3FAAF-5FDF-4576-8E8B-8BE25DB82AB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3855" y="1257300"/>
            <a:ext cx="0" cy="560070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useBgFill="1">
        <p:nvSpPr>
          <p:cNvPr id="13" name="Rectangle 12">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032507-B2DE-463F-A1C8-B39143C739D1}"/>
              </a:ext>
            </a:extLst>
          </p:cNvPr>
          <p:cNvSpPr>
            <a:spLocks noGrp="1"/>
          </p:cNvSpPr>
          <p:nvPr>
            <p:ph type="title"/>
          </p:nvPr>
        </p:nvSpPr>
        <p:spPr>
          <a:xfrm>
            <a:off x="6075006" y="1143293"/>
            <a:ext cx="5422969" cy="4268965"/>
          </a:xfrm>
        </p:spPr>
        <p:txBody>
          <a:bodyPr vert="horz" lIns="91440" tIns="45720" rIns="91440" bIns="45720" rtlCol="0" anchor="ctr">
            <a:normAutofit/>
          </a:bodyPr>
          <a:lstStyle/>
          <a:p>
            <a:pPr algn="l" eaLnBrk="1" hangingPunct="1"/>
            <a:r>
              <a:rPr lang="en-US" sz="6600">
                <a:solidFill>
                  <a:schemeClr val="tx2"/>
                </a:solidFill>
                <a:effectLst/>
              </a:rPr>
              <a:t>Netiquette</a:t>
            </a:r>
            <a:br>
              <a:rPr lang="en-US" sz="6600">
                <a:solidFill>
                  <a:schemeClr val="tx2"/>
                </a:solidFill>
                <a:effectLst/>
              </a:rPr>
            </a:br>
            <a:endParaRPr lang="en-US" sz="6600">
              <a:solidFill>
                <a:schemeClr val="tx2"/>
              </a:solidFill>
            </a:endParaRPr>
          </a:p>
        </p:txBody>
      </p:sp>
      <p:sp>
        <p:nvSpPr>
          <p:cNvPr id="3" name="Text Placeholder 2">
            <a:extLst>
              <a:ext uri="{FF2B5EF4-FFF2-40B4-BE49-F238E27FC236}">
                <a16:creationId xmlns:a16="http://schemas.microsoft.com/office/drawing/2014/main" id="{CCC5C1A6-660F-41F6-A214-663577407E1F}"/>
              </a:ext>
            </a:extLst>
          </p:cNvPr>
          <p:cNvSpPr>
            <a:spLocks noGrp="1"/>
          </p:cNvSpPr>
          <p:nvPr>
            <p:ph type="body" idx="1"/>
          </p:nvPr>
        </p:nvSpPr>
        <p:spPr>
          <a:xfrm>
            <a:off x="6075006" y="5537925"/>
            <a:ext cx="5443666" cy="706355"/>
          </a:xfrm>
        </p:spPr>
        <p:txBody>
          <a:bodyPr vert="horz" lIns="91440" tIns="45720" rIns="91440" bIns="45720" rtlCol="0">
            <a:normAutofit/>
          </a:bodyPr>
          <a:lstStyle/>
          <a:p>
            <a:pPr algn="l" eaLnBrk="1" hangingPunct="1">
              <a:lnSpc>
                <a:spcPct val="114000"/>
              </a:lnSpc>
            </a:pPr>
            <a:endParaRPr lang="en-US">
              <a:solidFill>
                <a:schemeClr val="tx2"/>
              </a:solidFill>
            </a:endParaRPr>
          </a:p>
        </p:txBody>
      </p:sp>
      <p:sp>
        <p:nvSpPr>
          <p:cNvPr id="15" name="Freeform: Shape 14">
            <a:extLst>
              <a:ext uri="{FF2B5EF4-FFF2-40B4-BE49-F238E27FC236}">
                <a16:creationId xmlns:a16="http://schemas.microsoft.com/office/drawing/2014/main" id="{5D44B584-65A7-4029-A075-505AA5EAEB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443666" cy="6858000"/>
          </a:xfrm>
          <a:custGeom>
            <a:avLst/>
            <a:gdLst>
              <a:gd name="connsiteX0" fmla="*/ 0 w 5443666"/>
              <a:gd name="connsiteY0" fmla="*/ 0 h 6845983"/>
              <a:gd name="connsiteX1" fmla="*/ 3595564 w 5443666"/>
              <a:gd name="connsiteY1" fmla="*/ 0 h 6845983"/>
              <a:gd name="connsiteX2" fmla="*/ 3746607 w 5443666"/>
              <a:gd name="connsiteY2" fmla="*/ 118697 h 6845983"/>
              <a:gd name="connsiteX3" fmla="*/ 5443666 w 5443666"/>
              <a:gd name="connsiteY3" fmla="*/ 3717234 h 6845983"/>
              <a:gd name="connsiteX4" fmla="*/ 4378763 w 5443666"/>
              <a:gd name="connsiteY4" fmla="*/ 6683615 h 6845983"/>
              <a:gd name="connsiteX5" fmla="*/ 4238117 w 5443666"/>
              <a:gd name="connsiteY5" fmla="*/ 6845983 h 6845983"/>
              <a:gd name="connsiteX6" fmla="*/ 0 w 5443666"/>
              <a:gd name="connsiteY6" fmla="*/ 6845983 h 6845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43666" h="6845983">
                <a:moveTo>
                  <a:pt x="0" y="0"/>
                </a:moveTo>
                <a:lnTo>
                  <a:pt x="3595564" y="0"/>
                </a:lnTo>
                <a:lnTo>
                  <a:pt x="3746607" y="118697"/>
                </a:lnTo>
                <a:cubicBezTo>
                  <a:pt x="4783044" y="974041"/>
                  <a:pt x="5443666" y="2268489"/>
                  <a:pt x="5443666" y="3717234"/>
                </a:cubicBezTo>
                <a:cubicBezTo>
                  <a:pt x="5443666" y="4844036"/>
                  <a:pt x="5044030" y="5877498"/>
                  <a:pt x="4378763" y="6683615"/>
                </a:cubicBezTo>
                <a:lnTo>
                  <a:pt x="4238117" y="6845983"/>
                </a:lnTo>
                <a:lnTo>
                  <a:pt x="0" y="6845983"/>
                </a:ln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descr="Abstrakte Darstellung einer Graphenplatte">
            <a:extLst>
              <a:ext uri="{FF2B5EF4-FFF2-40B4-BE49-F238E27FC236}">
                <a16:creationId xmlns:a16="http://schemas.microsoft.com/office/drawing/2014/main" id="{E303DEBF-2E6B-83EA-E491-F00C7470215C}"/>
              </a:ext>
            </a:extLst>
          </p:cNvPr>
          <p:cNvPicPr>
            <a:picLocks noChangeAspect="1"/>
          </p:cNvPicPr>
          <p:nvPr/>
        </p:nvPicPr>
        <p:blipFill rotWithShape="1">
          <a:blip r:embed="rId2"/>
          <a:srcRect l="13303" r="35937" b="-1"/>
          <a:stretch/>
        </p:blipFill>
        <p:spPr>
          <a:xfrm>
            <a:off x="1" y="10"/>
            <a:ext cx="5215066" cy="6857990"/>
          </a:xfrm>
          <a:custGeom>
            <a:avLst/>
            <a:gdLst/>
            <a:ahLst/>
            <a:cxnLst/>
            <a:rect l="l" t="t" r="r" b="b"/>
            <a:pathLst>
              <a:path w="5215066" h="6845983">
                <a:moveTo>
                  <a:pt x="0" y="0"/>
                </a:moveTo>
                <a:lnTo>
                  <a:pt x="3197713" y="0"/>
                </a:lnTo>
                <a:lnTo>
                  <a:pt x="3259787" y="39795"/>
                </a:lnTo>
                <a:cubicBezTo>
                  <a:pt x="4439462" y="836768"/>
                  <a:pt x="5215066" y="2186425"/>
                  <a:pt x="5215066" y="3717234"/>
                </a:cubicBezTo>
                <a:cubicBezTo>
                  <a:pt x="5215066" y="4788800"/>
                  <a:pt x="4835020" y="5771602"/>
                  <a:pt x="4202364" y="6538204"/>
                </a:cubicBezTo>
                <a:lnTo>
                  <a:pt x="3922635" y="6845983"/>
                </a:lnTo>
                <a:lnTo>
                  <a:pt x="0" y="6845983"/>
                </a:lnTo>
                <a:close/>
              </a:path>
            </a:pathLst>
          </a:custGeom>
        </p:spPr>
      </p:pic>
      <p:sp>
        <p:nvSpPr>
          <p:cNvPr id="17" name="Freeform 6">
            <a:extLst>
              <a:ext uri="{FF2B5EF4-FFF2-40B4-BE49-F238E27FC236}">
                <a16:creationId xmlns:a16="http://schemas.microsoft.com/office/drawing/2014/main" id="{D3686B33-4E07-4542-8F02-1876C8359B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118920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8102486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8575C10-8187-4AC4-AD72-C754EAFD28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654295"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4CF041BE-2E92-4331-B93A-2EB25A4117E0}"/>
              </a:ext>
            </a:extLst>
          </p:cNvPr>
          <p:cNvSpPr>
            <a:spLocks noGrp="1"/>
          </p:cNvSpPr>
          <p:nvPr>
            <p:ph type="title"/>
          </p:nvPr>
        </p:nvSpPr>
        <p:spPr>
          <a:xfrm>
            <a:off x="762000" y="559678"/>
            <a:ext cx="3567915" cy="4952492"/>
          </a:xfrm>
        </p:spPr>
        <p:txBody>
          <a:bodyPr>
            <a:normAutofit/>
          </a:bodyPr>
          <a:lstStyle/>
          <a:p>
            <a:r>
              <a:rPr lang="en-US" b="1" i="0">
                <a:solidFill>
                  <a:schemeClr val="bg1"/>
                </a:solidFill>
                <a:effectLst/>
                <a:latin typeface="proxima-nova"/>
              </a:rPr>
              <a:t>Netiquette</a:t>
            </a:r>
            <a:endParaRPr lang="en-US">
              <a:solidFill>
                <a:schemeClr val="bg1"/>
              </a:solidFill>
            </a:endParaRPr>
          </a:p>
        </p:txBody>
      </p:sp>
      <p:cxnSp>
        <p:nvCxnSpPr>
          <p:cNvPr id="13" name="Straight Connector 12">
            <a:extLst>
              <a:ext uri="{FF2B5EF4-FFF2-40B4-BE49-F238E27FC236}">
                <a16:creationId xmlns:a16="http://schemas.microsoft.com/office/drawing/2014/main" id="{74E776C9-ED67-41B7-B3A3-4DF76EF3ACE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99730"/>
            <a:ext cx="4297680"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graphicFrame>
        <p:nvGraphicFramePr>
          <p:cNvPr id="7" name="Content Placeholder 4">
            <a:extLst>
              <a:ext uri="{FF2B5EF4-FFF2-40B4-BE49-F238E27FC236}">
                <a16:creationId xmlns:a16="http://schemas.microsoft.com/office/drawing/2014/main" id="{FC9DE418-9E92-A575-3E10-2A0EB73481B3}"/>
              </a:ext>
            </a:extLst>
          </p:cNvPr>
          <p:cNvGraphicFramePr>
            <a:graphicFrameLocks noGrp="1"/>
          </p:cNvGraphicFramePr>
          <p:nvPr>
            <p:ph idx="1"/>
            <p:extLst>
              <p:ext uri="{D42A27DB-BD31-4B8C-83A1-F6EECF244321}">
                <p14:modId xmlns:p14="http://schemas.microsoft.com/office/powerpoint/2010/main" val="1502361005"/>
              </p:ext>
            </p:extLst>
          </p:nvPr>
        </p:nvGraphicFramePr>
        <p:xfrm>
          <a:off x="5181600" y="568325"/>
          <a:ext cx="6248400" cy="56562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276603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4FE232EE-B512-46E5-A5BD-10F13D777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3BAFD176-D4C4-45B9-8D6E-C25F94C5C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228599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4CF041BE-2E92-4331-B93A-2EB25A4117E0}"/>
              </a:ext>
            </a:extLst>
          </p:cNvPr>
          <p:cNvSpPr>
            <a:spLocks noGrp="1"/>
          </p:cNvSpPr>
          <p:nvPr>
            <p:ph type="title"/>
          </p:nvPr>
        </p:nvSpPr>
        <p:spPr>
          <a:xfrm>
            <a:off x="960120" y="434101"/>
            <a:ext cx="6574535" cy="1232750"/>
          </a:xfrm>
        </p:spPr>
        <p:txBody>
          <a:bodyPr anchor="b">
            <a:normAutofit/>
          </a:bodyPr>
          <a:lstStyle/>
          <a:p>
            <a:r>
              <a:rPr lang="en-US" b="1" i="0">
                <a:solidFill>
                  <a:schemeClr val="bg1"/>
                </a:solidFill>
                <a:effectLst/>
                <a:latin typeface="proxima-nova"/>
              </a:rPr>
              <a:t>Virginia Shea </a:t>
            </a:r>
            <a:endParaRPr lang="en-US">
              <a:solidFill>
                <a:schemeClr val="bg1"/>
              </a:solidFill>
            </a:endParaRPr>
          </a:p>
        </p:txBody>
      </p:sp>
      <p:cxnSp>
        <p:nvCxnSpPr>
          <p:cNvPr id="1035" name="Straight Connector 1034">
            <a:extLst>
              <a:ext uri="{FF2B5EF4-FFF2-40B4-BE49-F238E27FC236}">
                <a16:creationId xmlns:a16="http://schemas.microsoft.com/office/drawing/2014/main" id="{E85B2D6B-877E-4599-A643-756FB860130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 y="1676579"/>
            <a:ext cx="7534656" cy="602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1037" name="Freeform 6">
            <a:extLst>
              <a:ext uri="{FF2B5EF4-FFF2-40B4-BE49-F238E27FC236}">
                <a16:creationId xmlns:a16="http://schemas.microsoft.com/office/drawing/2014/main" id="{9514E575-433A-4266-8C2D-C2BD62D81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938535"/>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bg2"/>
          </a:solidFill>
          <a:ln w="0">
            <a:noFill/>
            <a:prstDash val="solid"/>
            <a:round/>
            <a:headEnd/>
            <a:tailEnd/>
          </a:ln>
        </p:spPr>
      </p:sp>
      <p:sp>
        <p:nvSpPr>
          <p:cNvPr id="5" name="Content Placeholder 4">
            <a:extLst>
              <a:ext uri="{FF2B5EF4-FFF2-40B4-BE49-F238E27FC236}">
                <a16:creationId xmlns:a16="http://schemas.microsoft.com/office/drawing/2014/main" id="{13D4AB04-0E41-4BA8-91A9-3B257CDE2A59}"/>
              </a:ext>
            </a:extLst>
          </p:cNvPr>
          <p:cNvSpPr>
            <a:spLocks noGrp="1"/>
          </p:cNvSpPr>
          <p:nvPr>
            <p:ph idx="1"/>
          </p:nvPr>
        </p:nvSpPr>
        <p:spPr>
          <a:xfrm>
            <a:off x="960120" y="2762501"/>
            <a:ext cx="6578948" cy="3498599"/>
          </a:xfrm>
        </p:spPr>
        <p:txBody>
          <a:bodyPr>
            <a:normAutofit/>
          </a:bodyPr>
          <a:lstStyle/>
          <a:p>
            <a:pPr>
              <a:lnSpc>
                <a:spcPct val="102000"/>
              </a:lnSpc>
            </a:pPr>
            <a:r>
              <a:rPr lang="en-US" b="0" i="0">
                <a:effectLst/>
                <a:latin typeface="proxima-nova"/>
              </a:rPr>
              <a:t>Dubbed the "</a:t>
            </a:r>
            <a:r>
              <a:rPr lang="en-US" b="1" i="1">
                <a:effectLst/>
                <a:latin typeface="proxima-nova"/>
              </a:rPr>
              <a:t>network manners guru</a:t>
            </a:r>
            <a:r>
              <a:rPr lang="en-US" b="0" i="0">
                <a:effectLst/>
                <a:latin typeface="proxima-nova"/>
              </a:rPr>
              <a:t>" by the San Jose Mercury News, Virginia Shea has been a student of human nature all her life. </a:t>
            </a:r>
          </a:p>
          <a:p>
            <a:pPr>
              <a:lnSpc>
                <a:spcPct val="102000"/>
              </a:lnSpc>
            </a:pPr>
            <a:r>
              <a:rPr lang="en-US" b="0" i="0">
                <a:effectLst/>
                <a:latin typeface="proxima-nova"/>
              </a:rPr>
              <a:t>She attended Princeton University and has worked in Silicon Valley since the mid-1980s. </a:t>
            </a:r>
          </a:p>
          <a:p>
            <a:pPr>
              <a:lnSpc>
                <a:spcPct val="102000"/>
              </a:lnSpc>
            </a:pPr>
            <a:endParaRPr lang="en-US">
              <a:latin typeface="proxima-nova"/>
            </a:endParaRPr>
          </a:p>
          <a:p>
            <a:pPr>
              <a:lnSpc>
                <a:spcPct val="102000"/>
              </a:lnSpc>
            </a:pPr>
            <a:endParaRPr lang="en-US">
              <a:latin typeface="proxima-nova"/>
            </a:endParaRPr>
          </a:p>
          <a:p>
            <a:pPr marL="0" indent="0">
              <a:lnSpc>
                <a:spcPct val="102000"/>
              </a:lnSpc>
              <a:buNone/>
            </a:pPr>
            <a:endParaRPr lang="en-US">
              <a:latin typeface="proxima-nova"/>
            </a:endParaRPr>
          </a:p>
          <a:p>
            <a:pPr marL="0" indent="0">
              <a:lnSpc>
                <a:spcPct val="102000"/>
              </a:lnSpc>
              <a:buNone/>
            </a:pPr>
            <a:r>
              <a:rPr lang="en-US" b="0" i="1" u="none" strike="noStrike">
                <a:effectLst/>
                <a:latin typeface="Roboto" panose="02000000000000000000" pitchFamily="2" charset="0"/>
              </a:rPr>
              <a:t>* </a:t>
            </a:r>
            <a:r>
              <a:rPr lang="en-US" i="1">
                <a:latin typeface="Roboto" panose="02000000000000000000" pitchFamily="2" charset="0"/>
              </a:rPr>
              <a:t>Image from </a:t>
            </a:r>
            <a:r>
              <a:rPr lang="en-US" b="0" i="1" u="none" strike="noStrike">
                <a:effectLst/>
                <a:latin typeface="Roboto" panose="02000000000000000000" pitchFamily="2" charset="0"/>
              </a:rPr>
              <a:t>Albion.com</a:t>
            </a:r>
            <a:endParaRPr lang="en-US" b="0" i="1" u="none" strike="noStrike">
              <a:effectLst/>
              <a:latin typeface="Roboto" panose="02000000000000000000" pitchFamily="2" charset="0"/>
              <a:hlinkClick r:id="rId2" tooltip="Virginia Shea">
                <a:extLst>
                  <a:ext uri="{A12FA001-AC4F-418D-AE19-62706E023703}">
                    <ahyp:hlinkClr xmlns:ahyp="http://schemas.microsoft.com/office/drawing/2018/hyperlinkcolor" val="tx"/>
                  </a:ext>
                </a:extLst>
              </a:hlinkClick>
            </a:endParaRPr>
          </a:p>
          <a:p>
            <a:pPr>
              <a:lnSpc>
                <a:spcPct val="102000"/>
              </a:lnSpc>
            </a:pPr>
            <a:endParaRPr lang="en-US"/>
          </a:p>
        </p:txBody>
      </p:sp>
      <p:pic>
        <p:nvPicPr>
          <p:cNvPr id="1026" name="Picture 2" descr="Virginia Shea">
            <a:extLst>
              <a:ext uri="{FF2B5EF4-FFF2-40B4-BE49-F238E27FC236}">
                <a16:creationId xmlns:a16="http://schemas.microsoft.com/office/drawing/2014/main" id="{9A4A61AB-5E51-C3AC-F08B-8CC95E059EF9}"/>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678455" y="2762500"/>
            <a:ext cx="2371964" cy="34096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24720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8575C10-8187-4AC4-AD72-C754EAFD28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654295"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4CF041BE-2E92-4331-B93A-2EB25A4117E0}"/>
              </a:ext>
            </a:extLst>
          </p:cNvPr>
          <p:cNvSpPr>
            <a:spLocks noGrp="1"/>
          </p:cNvSpPr>
          <p:nvPr>
            <p:ph type="title"/>
          </p:nvPr>
        </p:nvSpPr>
        <p:spPr>
          <a:xfrm>
            <a:off x="762000" y="559678"/>
            <a:ext cx="3567915" cy="4952492"/>
          </a:xfrm>
        </p:spPr>
        <p:txBody>
          <a:bodyPr>
            <a:normAutofit/>
          </a:bodyPr>
          <a:lstStyle/>
          <a:p>
            <a:r>
              <a:rPr lang="en-US" b="1" i="0">
                <a:solidFill>
                  <a:schemeClr val="bg1"/>
                </a:solidFill>
                <a:effectLst/>
                <a:latin typeface="proxima-nova"/>
              </a:rPr>
              <a:t>Virginia Shea’s Rules of Netiquette</a:t>
            </a:r>
            <a:endParaRPr lang="en-US">
              <a:solidFill>
                <a:schemeClr val="bg1"/>
              </a:solidFill>
            </a:endParaRPr>
          </a:p>
        </p:txBody>
      </p:sp>
      <p:cxnSp>
        <p:nvCxnSpPr>
          <p:cNvPr id="13" name="Straight Connector 12">
            <a:extLst>
              <a:ext uri="{FF2B5EF4-FFF2-40B4-BE49-F238E27FC236}">
                <a16:creationId xmlns:a16="http://schemas.microsoft.com/office/drawing/2014/main" id="{74E776C9-ED67-41B7-B3A3-4DF76EF3ACE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99730"/>
            <a:ext cx="4297680"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graphicFrame>
        <p:nvGraphicFramePr>
          <p:cNvPr id="7" name="Content Placeholder 4">
            <a:extLst>
              <a:ext uri="{FF2B5EF4-FFF2-40B4-BE49-F238E27FC236}">
                <a16:creationId xmlns:a16="http://schemas.microsoft.com/office/drawing/2014/main" id="{327D8F5F-A817-2A1F-2138-DC5762A1D897}"/>
              </a:ext>
            </a:extLst>
          </p:cNvPr>
          <p:cNvGraphicFramePr>
            <a:graphicFrameLocks noGrp="1"/>
          </p:cNvGraphicFramePr>
          <p:nvPr>
            <p:ph idx="1"/>
            <p:extLst>
              <p:ext uri="{D42A27DB-BD31-4B8C-83A1-F6EECF244321}">
                <p14:modId xmlns:p14="http://schemas.microsoft.com/office/powerpoint/2010/main" val="3482536636"/>
              </p:ext>
            </p:extLst>
          </p:nvPr>
        </p:nvGraphicFramePr>
        <p:xfrm>
          <a:off x="5181600" y="568325"/>
          <a:ext cx="6248400" cy="56562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565491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8575C10-8187-4AC4-AD72-C754EAFD28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654295"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4CF041BE-2E92-4331-B93A-2EB25A4117E0}"/>
              </a:ext>
            </a:extLst>
          </p:cNvPr>
          <p:cNvSpPr>
            <a:spLocks noGrp="1"/>
          </p:cNvSpPr>
          <p:nvPr>
            <p:ph type="title"/>
          </p:nvPr>
        </p:nvSpPr>
        <p:spPr>
          <a:xfrm>
            <a:off x="762000" y="559678"/>
            <a:ext cx="3567915" cy="4952492"/>
          </a:xfrm>
        </p:spPr>
        <p:txBody>
          <a:bodyPr>
            <a:normAutofit/>
          </a:bodyPr>
          <a:lstStyle/>
          <a:p>
            <a:r>
              <a:rPr lang="en-US" b="1" i="0">
                <a:solidFill>
                  <a:schemeClr val="bg1"/>
                </a:solidFill>
                <a:effectLst/>
                <a:latin typeface="proxima-nova"/>
              </a:rPr>
              <a:t>Virginia Shea’s Rules of Netiquette</a:t>
            </a:r>
            <a:endParaRPr lang="en-US">
              <a:solidFill>
                <a:schemeClr val="bg1"/>
              </a:solidFill>
            </a:endParaRPr>
          </a:p>
        </p:txBody>
      </p:sp>
      <p:cxnSp>
        <p:nvCxnSpPr>
          <p:cNvPr id="13" name="Straight Connector 12">
            <a:extLst>
              <a:ext uri="{FF2B5EF4-FFF2-40B4-BE49-F238E27FC236}">
                <a16:creationId xmlns:a16="http://schemas.microsoft.com/office/drawing/2014/main" id="{74E776C9-ED67-41B7-B3A3-4DF76EF3ACE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99730"/>
            <a:ext cx="4297680"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graphicFrame>
        <p:nvGraphicFramePr>
          <p:cNvPr id="7" name="Content Placeholder 4">
            <a:extLst>
              <a:ext uri="{FF2B5EF4-FFF2-40B4-BE49-F238E27FC236}">
                <a16:creationId xmlns:a16="http://schemas.microsoft.com/office/drawing/2014/main" id="{F12B289A-81B3-D5FA-605A-88E646A7E3C9}"/>
              </a:ext>
            </a:extLst>
          </p:cNvPr>
          <p:cNvGraphicFramePr>
            <a:graphicFrameLocks noGrp="1"/>
          </p:cNvGraphicFramePr>
          <p:nvPr>
            <p:ph idx="1"/>
            <p:extLst>
              <p:ext uri="{D42A27DB-BD31-4B8C-83A1-F6EECF244321}">
                <p14:modId xmlns:p14="http://schemas.microsoft.com/office/powerpoint/2010/main" val="1268786543"/>
              </p:ext>
            </p:extLst>
          </p:nvPr>
        </p:nvGraphicFramePr>
        <p:xfrm>
          <a:off x="5181600" y="568325"/>
          <a:ext cx="6248400" cy="56562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274638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D941445D-D510-8436-2B50-41847863AA78}"/>
              </a:ext>
            </a:extLst>
          </p:cNvPr>
          <p:cNvSpPr>
            <a:spLocks noGrp="1"/>
          </p:cNvSpPr>
          <p:nvPr>
            <p:ph type="ctrTitle"/>
          </p:nvPr>
        </p:nvSpPr>
        <p:spPr>
          <a:xfrm>
            <a:off x="6075006" y="1143293"/>
            <a:ext cx="5422969" cy="4268965"/>
          </a:xfrm>
        </p:spPr>
        <p:txBody>
          <a:bodyPr anchor="ctr">
            <a:normAutofit fontScale="90000"/>
          </a:bodyPr>
          <a:lstStyle/>
          <a:p>
            <a:r>
              <a:rPr lang="en-US" sz="6600" dirty="0">
                <a:latin typeface="+mn-lt"/>
              </a:rPr>
              <a:t>Are we following this rules as we enter the cyberspace?</a:t>
            </a:r>
          </a:p>
        </p:txBody>
      </p:sp>
      <p:sp>
        <p:nvSpPr>
          <p:cNvPr id="5" name="Subtitle 4">
            <a:extLst>
              <a:ext uri="{FF2B5EF4-FFF2-40B4-BE49-F238E27FC236}">
                <a16:creationId xmlns:a16="http://schemas.microsoft.com/office/drawing/2014/main" id="{19E8B7AB-E008-2000-E137-81933D0E77EC}"/>
              </a:ext>
            </a:extLst>
          </p:cNvPr>
          <p:cNvSpPr>
            <a:spLocks noGrp="1"/>
          </p:cNvSpPr>
          <p:nvPr>
            <p:ph type="subTitle" idx="1"/>
          </p:nvPr>
        </p:nvSpPr>
        <p:spPr>
          <a:xfrm>
            <a:off x="6075006" y="5537925"/>
            <a:ext cx="5443666" cy="706355"/>
          </a:xfrm>
        </p:spPr>
        <p:txBody>
          <a:bodyPr>
            <a:normAutofit/>
          </a:bodyPr>
          <a:lstStyle/>
          <a:p>
            <a:endParaRPr lang="en-US"/>
          </a:p>
        </p:txBody>
      </p:sp>
      <p:sp>
        <p:nvSpPr>
          <p:cNvPr id="22" name="Freeform: Shape 21">
            <a:extLst>
              <a:ext uri="{FF2B5EF4-FFF2-40B4-BE49-F238E27FC236}">
                <a16:creationId xmlns:a16="http://schemas.microsoft.com/office/drawing/2014/main" id="{5D44B584-65A7-4029-A075-505AA5EAEB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443666" cy="6858000"/>
          </a:xfrm>
          <a:custGeom>
            <a:avLst/>
            <a:gdLst>
              <a:gd name="connsiteX0" fmla="*/ 0 w 5443666"/>
              <a:gd name="connsiteY0" fmla="*/ 0 h 6845983"/>
              <a:gd name="connsiteX1" fmla="*/ 3595564 w 5443666"/>
              <a:gd name="connsiteY1" fmla="*/ 0 h 6845983"/>
              <a:gd name="connsiteX2" fmla="*/ 3746607 w 5443666"/>
              <a:gd name="connsiteY2" fmla="*/ 118697 h 6845983"/>
              <a:gd name="connsiteX3" fmla="*/ 5443666 w 5443666"/>
              <a:gd name="connsiteY3" fmla="*/ 3717234 h 6845983"/>
              <a:gd name="connsiteX4" fmla="*/ 4378763 w 5443666"/>
              <a:gd name="connsiteY4" fmla="*/ 6683615 h 6845983"/>
              <a:gd name="connsiteX5" fmla="*/ 4238117 w 5443666"/>
              <a:gd name="connsiteY5" fmla="*/ 6845983 h 6845983"/>
              <a:gd name="connsiteX6" fmla="*/ 0 w 5443666"/>
              <a:gd name="connsiteY6" fmla="*/ 6845983 h 6845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43666" h="6845983">
                <a:moveTo>
                  <a:pt x="0" y="0"/>
                </a:moveTo>
                <a:lnTo>
                  <a:pt x="3595564" y="0"/>
                </a:lnTo>
                <a:lnTo>
                  <a:pt x="3746607" y="118697"/>
                </a:lnTo>
                <a:cubicBezTo>
                  <a:pt x="4783044" y="974041"/>
                  <a:pt x="5443666" y="2268489"/>
                  <a:pt x="5443666" y="3717234"/>
                </a:cubicBezTo>
                <a:cubicBezTo>
                  <a:pt x="5443666" y="4844036"/>
                  <a:pt x="5044030" y="5877498"/>
                  <a:pt x="4378763" y="6683615"/>
                </a:cubicBezTo>
                <a:lnTo>
                  <a:pt x="4238117" y="6845983"/>
                </a:lnTo>
                <a:lnTo>
                  <a:pt x="0" y="6845983"/>
                </a:ln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6" name="Picture 15" descr="Close-up of a person using a mobile phone">
            <a:extLst>
              <a:ext uri="{FF2B5EF4-FFF2-40B4-BE49-F238E27FC236}">
                <a16:creationId xmlns:a16="http://schemas.microsoft.com/office/drawing/2014/main" id="{858C86D4-80D0-8F1A-0D7E-9062922001E1}"/>
              </a:ext>
            </a:extLst>
          </p:cNvPr>
          <p:cNvPicPr>
            <a:picLocks noChangeAspect="1"/>
          </p:cNvPicPr>
          <p:nvPr/>
        </p:nvPicPr>
        <p:blipFill>
          <a:blip r:embed="rId2"/>
          <a:srcRect l="24658" r="24658"/>
          <a:stretch/>
        </p:blipFill>
        <p:spPr>
          <a:xfrm>
            <a:off x="1" y="10"/>
            <a:ext cx="5215066" cy="6857990"/>
          </a:xfrm>
          <a:custGeom>
            <a:avLst/>
            <a:gdLst/>
            <a:ahLst/>
            <a:cxnLst/>
            <a:rect l="l" t="t" r="r" b="b"/>
            <a:pathLst>
              <a:path w="5215066" h="6845983">
                <a:moveTo>
                  <a:pt x="0" y="0"/>
                </a:moveTo>
                <a:lnTo>
                  <a:pt x="3197713" y="0"/>
                </a:lnTo>
                <a:lnTo>
                  <a:pt x="3259787" y="39795"/>
                </a:lnTo>
                <a:cubicBezTo>
                  <a:pt x="4439462" y="836768"/>
                  <a:pt x="5215066" y="2186425"/>
                  <a:pt x="5215066" y="3717234"/>
                </a:cubicBezTo>
                <a:cubicBezTo>
                  <a:pt x="5215066" y="4788800"/>
                  <a:pt x="4835020" y="5771602"/>
                  <a:pt x="4202364" y="6538204"/>
                </a:cubicBezTo>
                <a:lnTo>
                  <a:pt x="3922635" y="6845983"/>
                </a:lnTo>
                <a:lnTo>
                  <a:pt x="0" y="6845983"/>
                </a:lnTo>
                <a:close/>
              </a:path>
            </a:pathLst>
          </a:custGeom>
        </p:spPr>
      </p:pic>
      <p:sp>
        <p:nvSpPr>
          <p:cNvPr id="24" name="Freeform 6">
            <a:extLst>
              <a:ext uri="{FF2B5EF4-FFF2-40B4-BE49-F238E27FC236}">
                <a16:creationId xmlns:a16="http://schemas.microsoft.com/office/drawing/2014/main" id="{D3686B33-4E07-4542-8F02-1876C8359B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118920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1258370927"/>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 name="Freeform 6">
            <a:extLst>
              <a:ext uri="{FF2B5EF4-FFF2-40B4-BE49-F238E27FC236}">
                <a16:creationId xmlns:a16="http://schemas.microsoft.com/office/drawing/2014/main" id="{B9FC6610-A5F8-45EA-B7D4-AFDF75D208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118920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2"/>
          </a:solidFill>
          <a:ln w="0">
            <a:noFill/>
            <a:prstDash val="solid"/>
            <a:round/>
            <a:headEnd/>
            <a:tailEnd/>
          </a:ln>
        </p:spPr>
      </p:sp>
      <p:cxnSp>
        <p:nvCxnSpPr>
          <p:cNvPr id="21" name="Straight Connector 11">
            <a:extLst>
              <a:ext uri="{FF2B5EF4-FFF2-40B4-BE49-F238E27FC236}">
                <a16:creationId xmlns:a16="http://schemas.microsoft.com/office/drawing/2014/main" id="{4E9AB7A3-4EBC-40F6-99B4-4B1FE7F9DD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3855" y="1257300"/>
            <a:ext cx="0" cy="560070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useBgFill="1">
        <p:nvSpPr>
          <p:cNvPr id="22" name="Rectangle 13">
            <a:extLst>
              <a:ext uri="{FF2B5EF4-FFF2-40B4-BE49-F238E27FC236}">
                <a16:creationId xmlns:a16="http://schemas.microsoft.com/office/drawing/2014/main" id="{7865333E-6BF7-40FE-AC7D-EB8A0900AA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BAA85071-93B5-4334-A610-2F5BFD6A9A12}"/>
              </a:ext>
            </a:extLst>
          </p:cNvPr>
          <p:cNvSpPr>
            <a:spLocks noGrp="1"/>
          </p:cNvSpPr>
          <p:nvPr>
            <p:ph type="title"/>
          </p:nvPr>
        </p:nvSpPr>
        <p:spPr>
          <a:xfrm>
            <a:off x="2797126" y="2678464"/>
            <a:ext cx="8832898" cy="3798420"/>
          </a:xfrm>
        </p:spPr>
        <p:txBody>
          <a:bodyPr vert="horz" lIns="91440" tIns="45720" rIns="91440" bIns="45720" rtlCol="0" anchor="t">
            <a:normAutofit/>
          </a:bodyPr>
          <a:lstStyle/>
          <a:p>
            <a:pPr algn="l" eaLnBrk="1" hangingPunct="1"/>
            <a:r>
              <a:rPr lang="en-US" sz="3200" b="1" i="0" cap="none" dirty="0">
                <a:solidFill>
                  <a:schemeClr val="tx2"/>
                </a:solidFill>
                <a:latin typeface="+mn-lt"/>
              </a:rPr>
              <a:t>1. Make sure identification is clear in all communications. </a:t>
            </a:r>
            <a:r>
              <a:rPr lang="en-US" sz="3200" cap="none" dirty="0">
                <a:solidFill>
                  <a:schemeClr val="tx2"/>
                </a:solidFill>
                <a:latin typeface="+mn-lt"/>
              </a:rPr>
              <a:t>Begin with a salutation (“hi, Jason!”) And end with your signature (“</a:t>
            </a:r>
            <a:r>
              <a:rPr lang="en-US" sz="3200" cap="none" dirty="0" err="1">
                <a:solidFill>
                  <a:schemeClr val="tx2"/>
                </a:solidFill>
                <a:latin typeface="+mn-lt"/>
              </a:rPr>
              <a:t>hannah</a:t>
            </a:r>
            <a:r>
              <a:rPr lang="en-US" sz="3200" cap="none" dirty="0">
                <a:solidFill>
                  <a:schemeClr val="tx2"/>
                </a:solidFill>
                <a:latin typeface="+mn-lt"/>
              </a:rPr>
              <a:t> kay, criminology 101”).</a:t>
            </a:r>
            <a:br>
              <a:rPr lang="en-US" sz="3200" cap="none" dirty="0">
                <a:solidFill>
                  <a:schemeClr val="tx2"/>
                </a:solidFill>
                <a:latin typeface="+mn-lt"/>
              </a:rPr>
            </a:br>
            <a:br>
              <a:rPr lang="en-US" sz="3200" cap="none" dirty="0">
                <a:solidFill>
                  <a:schemeClr val="tx2"/>
                </a:solidFill>
                <a:latin typeface="+mn-lt"/>
              </a:rPr>
            </a:br>
            <a:endParaRPr lang="en-US" sz="3200" cap="none" dirty="0">
              <a:solidFill>
                <a:schemeClr val="tx2"/>
              </a:solidFill>
              <a:latin typeface="+mn-lt"/>
            </a:endParaRPr>
          </a:p>
        </p:txBody>
      </p:sp>
      <p:sp>
        <p:nvSpPr>
          <p:cNvPr id="5" name="Text Placeholder 4">
            <a:extLst>
              <a:ext uri="{FF2B5EF4-FFF2-40B4-BE49-F238E27FC236}">
                <a16:creationId xmlns:a16="http://schemas.microsoft.com/office/drawing/2014/main" id="{DDC33CC8-288D-42C4-A2FA-75EB84BB39D1}"/>
              </a:ext>
            </a:extLst>
          </p:cNvPr>
          <p:cNvSpPr>
            <a:spLocks noGrp="1"/>
          </p:cNvSpPr>
          <p:nvPr>
            <p:ph type="body" idx="1"/>
          </p:nvPr>
        </p:nvSpPr>
        <p:spPr>
          <a:xfrm>
            <a:off x="2797125" y="1238250"/>
            <a:ext cx="8832899" cy="1143117"/>
          </a:xfrm>
        </p:spPr>
        <p:txBody>
          <a:bodyPr vert="horz" lIns="91440" tIns="45720" rIns="91440" bIns="45720" rtlCol="0" anchor="b">
            <a:normAutofit/>
          </a:bodyPr>
          <a:lstStyle/>
          <a:p>
            <a:pPr algn="l" eaLnBrk="1" hangingPunct="1">
              <a:lnSpc>
                <a:spcPct val="114000"/>
              </a:lnSpc>
              <a:spcAft>
                <a:spcPts val="600"/>
              </a:spcAft>
            </a:pPr>
            <a:r>
              <a:rPr lang="en-US" sz="4000" dirty="0">
                <a:solidFill>
                  <a:schemeClr val="tx2"/>
                </a:solidFill>
                <a:effectLst/>
              </a:rPr>
              <a:t>Netiquette in Online </a:t>
            </a:r>
            <a:r>
              <a:rPr lang="en-US" sz="4000" dirty="0">
                <a:solidFill>
                  <a:schemeClr val="tx2"/>
                </a:solidFill>
              </a:rPr>
              <a:t>E</a:t>
            </a:r>
            <a:r>
              <a:rPr lang="en-US" sz="4000" dirty="0">
                <a:solidFill>
                  <a:schemeClr val="tx2"/>
                </a:solidFill>
                <a:effectLst/>
              </a:rPr>
              <a:t>ducation</a:t>
            </a:r>
          </a:p>
        </p:txBody>
      </p:sp>
      <p:sp>
        <p:nvSpPr>
          <p:cNvPr id="23" name="Freeform 6">
            <a:extLst>
              <a:ext uri="{FF2B5EF4-FFF2-40B4-BE49-F238E27FC236}">
                <a16:creationId xmlns:a16="http://schemas.microsoft.com/office/drawing/2014/main" id="{C971C6CD-6DA8-4FDD-A89B-4B681DEAB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14572"/>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2"/>
          </a:solidFill>
          <a:ln w="0">
            <a:noFill/>
            <a:prstDash val="solid"/>
            <a:round/>
            <a:headEnd/>
            <a:tailEnd/>
          </a:ln>
        </p:spPr>
      </p:sp>
      <p:cxnSp>
        <p:nvCxnSpPr>
          <p:cNvPr id="24" name="Straight Connector 17">
            <a:extLst>
              <a:ext uri="{FF2B5EF4-FFF2-40B4-BE49-F238E27FC236}">
                <a16:creationId xmlns:a16="http://schemas.microsoft.com/office/drawing/2014/main" id="{ED3CBB7D-B825-489C-9789-70D05A25CF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865120" y="2519131"/>
            <a:ext cx="9326880" cy="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8175427"/>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 name="Freeform 6">
            <a:extLst>
              <a:ext uri="{FF2B5EF4-FFF2-40B4-BE49-F238E27FC236}">
                <a16:creationId xmlns:a16="http://schemas.microsoft.com/office/drawing/2014/main" id="{B9FC6610-A5F8-45EA-B7D4-AFDF75D208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118920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2"/>
          </a:solidFill>
          <a:ln w="0">
            <a:noFill/>
            <a:prstDash val="solid"/>
            <a:round/>
            <a:headEnd/>
            <a:tailEnd/>
          </a:ln>
        </p:spPr>
      </p:sp>
      <p:cxnSp>
        <p:nvCxnSpPr>
          <p:cNvPr id="21" name="Straight Connector 11">
            <a:extLst>
              <a:ext uri="{FF2B5EF4-FFF2-40B4-BE49-F238E27FC236}">
                <a16:creationId xmlns:a16="http://schemas.microsoft.com/office/drawing/2014/main" id="{4E9AB7A3-4EBC-40F6-99B4-4B1FE7F9DD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3855" y="1257300"/>
            <a:ext cx="0" cy="560070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useBgFill="1">
        <p:nvSpPr>
          <p:cNvPr id="22" name="Rectangle 13">
            <a:extLst>
              <a:ext uri="{FF2B5EF4-FFF2-40B4-BE49-F238E27FC236}">
                <a16:creationId xmlns:a16="http://schemas.microsoft.com/office/drawing/2014/main" id="{7865333E-6BF7-40FE-AC7D-EB8A0900AA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BAA85071-93B5-4334-A610-2F5BFD6A9A12}"/>
              </a:ext>
            </a:extLst>
          </p:cNvPr>
          <p:cNvSpPr>
            <a:spLocks noGrp="1"/>
          </p:cNvSpPr>
          <p:nvPr>
            <p:ph type="title"/>
          </p:nvPr>
        </p:nvSpPr>
        <p:spPr>
          <a:xfrm>
            <a:off x="2797126" y="2678464"/>
            <a:ext cx="8832898" cy="3798420"/>
          </a:xfrm>
        </p:spPr>
        <p:txBody>
          <a:bodyPr vert="horz" lIns="91440" tIns="45720" rIns="91440" bIns="45720" rtlCol="0" anchor="t">
            <a:normAutofit fontScale="90000"/>
          </a:bodyPr>
          <a:lstStyle/>
          <a:p>
            <a:pPr algn="l" eaLnBrk="1" hangingPunct="1"/>
            <a:r>
              <a:rPr lang="en-US" sz="3200" b="1" i="0" cap="none" dirty="0">
                <a:solidFill>
                  <a:schemeClr val="tx2"/>
                </a:solidFill>
                <a:latin typeface="+mn-lt"/>
              </a:rPr>
              <a:t>2. Review what you wrote and try to interpret it objectively. </a:t>
            </a:r>
            <a:r>
              <a:rPr lang="en-US" sz="3200" cap="none" dirty="0">
                <a:solidFill>
                  <a:schemeClr val="tx2"/>
                </a:solidFill>
                <a:latin typeface="+mn-lt"/>
              </a:rPr>
              <a:t>When we speak face to face and are misunderstood, we have an on-the-spot opportunity to rephrase our words. In writing, we must strive twice as hard to be understood, as we do not have the benefit of modifying or elaborating in real time. All caps (“I’M SHOUTING”) and exclamation points (“give me a break!!!”) Can be misinterpreted as intense anger or humor without the appropriate context.</a:t>
            </a:r>
          </a:p>
        </p:txBody>
      </p:sp>
      <p:sp>
        <p:nvSpPr>
          <p:cNvPr id="5" name="Text Placeholder 4">
            <a:extLst>
              <a:ext uri="{FF2B5EF4-FFF2-40B4-BE49-F238E27FC236}">
                <a16:creationId xmlns:a16="http://schemas.microsoft.com/office/drawing/2014/main" id="{DDC33CC8-288D-42C4-A2FA-75EB84BB39D1}"/>
              </a:ext>
            </a:extLst>
          </p:cNvPr>
          <p:cNvSpPr>
            <a:spLocks noGrp="1"/>
          </p:cNvSpPr>
          <p:nvPr>
            <p:ph type="body" idx="1"/>
          </p:nvPr>
        </p:nvSpPr>
        <p:spPr>
          <a:xfrm>
            <a:off x="2797125" y="1238250"/>
            <a:ext cx="8832899" cy="1143117"/>
          </a:xfrm>
        </p:spPr>
        <p:txBody>
          <a:bodyPr vert="horz" lIns="91440" tIns="45720" rIns="91440" bIns="45720" rtlCol="0" anchor="b">
            <a:normAutofit/>
          </a:bodyPr>
          <a:lstStyle/>
          <a:p>
            <a:pPr algn="l" eaLnBrk="1" hangingPunct="1">
              <a:lnSpc>
                <a:spcPct val="114000"/>
              </a:lnSpc>
              <a:spcAft>
                <a:spcPts val="600"/>
              </a:spcAft>
            </a:pPr>
            <a:r>
              <a:rPr lang="en-US" sz="4000" dirty="0">
                <a:solidFill>
                  <a:schemeClr val="tx2"/>
                </a:solidFill>
                <a:effectLst/>
              </a:rPr>
              <a:t>Netiquette in Online </a:t>
            </a:r>
            <a:r>
              <a:rPr lang="en-US" sz="4000" dirty="0">
                <a:solidFill>
                  <a:schemeClr val="tx2"/>
                </a:solidFill>
              </a:rPr>
              <a:t>E</a:t>
            </a:r>
            <a:r>
              <a:rPr lang="en-US" sz="4000" dirty="0">
                <a:solidFill>
                  <a:schemeClr val="tx2"/>
                </a:solidFill>
                <a:effectLst/>
              </a:rPr>
              <a:t>ducation</a:t>
            </a:r>
          </a:p>
        </p:txBody>
      </p:sp>
      <p:sp>
        <p:nvSpPr>
          <p:cNvPr id="23" name="Freeform 6">
            <a:extLst>
              <a:ext uri="{FF2B5EF4-FFF2-40B4-BE49-F238E27FC236}">
                <a16:creationId xmlns:a16="http://schemas.microsoft.com/office/drawing/2014/main" id="{C971C6CD-6DA8-4FDD-A89B-4B681DEAB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14572"/>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2"/>
          </a:solidFill>
          <a:ln w="0">
            <a:noFill/>
            <a:prstDash val="solid"/>
            <a:round/>
            <a:headEnd/>
            <a:tailEnd/>
          </a:ln>
        </p:spPr>
      </p:sp>
      <p:cxnSp>
        <p:nvCxnSpPr>
          <p:cNvPr id="24" name="Straight Connector 17">
            <a:extLst>
              <a:ext uri="{FF2B5EF4-FFF2-40B4-BE49-F238E27FC236}">
                <a16:creationId xmlns:a16="http://schemas.microsoft.com/office/drawing/2014/main" id="{ED3CBB7D-B825-489C-9789-70D05A25CF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865120" y="2519131"/>
            <a:ext cx="9326880" cy="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84158813"/>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 name="Freeform 6">
            <a:extLst>
              <a:ext uri="{FF2B5EF4-FFF2-40B4-BE49-F238E27FC236}">
                <a16:creationId xmlns:a16="http://schemas.microsoft.com/office/drawing/2014/main" id="{B9FC6610-A5F8-45EA-B7D4-AFDF75D208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118920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2"/>
          </a:solidFill>
          <a:ln w="0">
            <a:noFill/>
            <a:prstDash val="solid"/>
            <a:round/>
            <a:headEnd/>
            <a:tailEnd/>
          </a:ln>
        </p:spPr>
      </p:sp>
      <p:cxnSp>
        <p:nvCxnSpPr>
          <p:cNvPr id="21" name="Straight Connector 11">
            <a:extLst>
              <a:ext uri="{FF2B5EF4-FFF2-40B4-BE49-F238E27FC236}">
                <a16:creationId xmlns:a16="http://schemas.microsoft.com/office/drawing/2014/main" id="{4E9AB7A3-4EBC-40F6-99B4-4B1FE7F9DD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3855" y="1257300"/>
            <a:ext cx="0" cy="560070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useBgFill="1">
        <p:nvSpPr>
          <p:cNvPr id="22" name="Rectangle 13">
            <a:extLst>
              <a:ext uri="{FF2B5EF4-FFF2-40B4-BE49-F238E27FC236}">
                <a16:creationId xmlns:a16="http://schemas.microsoft.com/office/drawing/2014/main" id="{7865333E-6BF7-40FE-AC7D-EB8A0900AA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BAA85071-93B5-4334-A610-2F5BFD6A9A12}"/>
              </a:ext>
            </a:extLst>
          </p:cNvPr>
          <p:cNvSpPr>
            <a:spLocks noGrp="1"/>
          </p:cNvSpPr>
          <p:nvPr>
            <p:ph type="title"/>
          </p:nvPr>
        </p:nvSpPr>
        <p:spPr>
          <a:xfrm>
            <a:off x="2797126" y="2678464"/>
            <a:ext cx="8832898" cy="3798420"/>
          </a:xfrm>
        </p:spPr>
        <p:txBody>
          <a:bodyPr vert="horz" lIns="91440" tIns="45720" rIns="91440" bIns="45720" rtlCol="0" anchor="t">
            <a:normAutofit/>
          </a:bodyPr>
          <a:lstStyle/>
          <a:p>
            <a:pPr algn="l" eaLnBrk="1" hangingPunct="1"/>
            <a:r>
              <a:rPr lang="en-US" sz="3200" b="1" i="0" cap="none" dirty="0">
                <a:solidFill>
                  <a:schemeClr val="tx2"/>
                </a:solidFill>
                <a:latin typeface="+mn-lt"/>
              </a:rPr>
              <a:t>3. If you wouldn’t say it face to face, don’t say it online.</a:t>
            </a:r>
            <a:r>
              <a:rPr lang="en-US" sz="3200" cap="none" dirty="0">
                <a:solidFill>
                  <a:schemeClr val="tx2"/>
                </a:solidFill>
                <a:latin typeface="+mn-lt"/>
              </a:rPr>
              <a:t> When you’re working online, you’re safe behind a screen, but that’s no excuse to be ill-mannered or say things you would never say in public.</a:t>
            </a:r>
          </a:p>
        </p:txBody>
      </p:sp>
      <p:sp>
        <p:nvSpPr>
          <p:cNvPr id="5" name="Text Placeholder 4">
            <a:extLst>
              <a:ext uri="{FF2B5EF4-FFF2-40B4-BE49-F238E27FC236}">
                <a16:creationId xmlns:a16="http://schemas.microsoft.com/office/drawing/2014/main" id="{DDC33CC8-288D-42C4-A2FA-75EB84BB39D1}"/>
              </a:ext>
            </a:extLst>
          </p:cNvPr>
          <p:cNvSpPr>
            <a:spLocks noGrp="1"/>
          </p:cNvSpPr>
          <p:nvPr>
            <p:ph type="body" idx="1"/>
          </p:nvPr>
        </p:nvSpPr>
        <p:spPr>
          <a:xfrm>
            <a:off x="2797125" y="1238250"/>
            <a:ext cx="8832899" cy="1143117"/>
          </a:xfrm>
        </p:spPr>
        <p:txBody>
          <a:bodyPr vert="horz" lIns="91440" tIns="45720" rIns="91440" bIns="45720" rtlCol="0" anchor="b">
            <a:normAutofit/>
          </a:bodyPr>
          <a:lstStyle/>
          <a:p>
            <a:pPr algn="l" eaLnBrk="1" hangingPunct="1">
              <a:lnSpc>
                <a:spcPct val="114000"/>
              </a:lnSpc>
              <a:spcAft>
                <a:spcPts val="600"/>
              </a:spcAft>
            </a:pPr>
            <a:r>
              <a:rPr lang="en-US" sz="4000" dirty="0">
                <a:solidFill>
                  <a:schemeClr val="tx2"/>
                </a:solidFill>
                <a:effectLst/>
              </a:rPr>
              <a:t>Netiquette in Online </a:t>
            </a:r>
            <a:r>
              <a:rPr lang="en-US" sz="4000" dirty="0">
                <a:solidFill>
                  <a:schemeClr val="tx2"/>
                </a:solidFill>
              </a:rPr>
              <a:t>E</a:t>
            </a:r>
            <a:r>
              <a:rPr lang="en-US" sz="4000" dirty="0">
                <a:solidFill>
                  <a:schemeClr val="tx2"/>
                </a:solidFill>
                <a:effectLst/>
              </a:rPr>
              <a:t>ducation</a:t>
            </a:r>
          </a:p>
        </p:txBody>
      </p:sp>
      <p:sp>
        <p:nvSpPr>
          <p:cNvPr id="23" name="Freeform 6">
            <a:extLst>
              <a:ext uri="{FF2B5EF4-FFF2-40B4-BE49-F238E27FC236}">
                <a16:creationId xmlns:a16="http://schemas.microsoft.com/office/drawing/2014/main" id="{C971C6CD-6DA8-4FDD-A89B-4B681DEAB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14572"/>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2"/>
          </a:solidFill>
          <a:ln w="0">
            <a:noFill/>
            <a:prstDash val="solid"/>
            <a:round/>
            <a:headEnd/>
            <a:tailEnd/>
          </a:ln>
        </p:spPr>
      </p:sp>
      <p:cxnSp>
        <p:nvCxnSpPr>
          <p:cNvPr id="24" name="Straight Connector 17">
            <a:extLst>
              <a:ext uri="{FF2B5EF4-FFF2-40B4-BE49-F238E27FC236}">
                <a16:creationId xmlns:a16="http://schemas.microsoft.com/office/drawing/2014/main" id="{ED3CBB7D-B825-489C-9789-70D05A25CF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865120" y="2519131"/>
            <a:ext cx="9326880" cy="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0952992"/>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 name="Freeform 6">
            <a:extLst>
              <a:ext uri="{FF2B5EF4-FFF2-40B4-BE49-F238E27FC236}">
                <a16:creationId xmlns:a16="http://schemas.microsoft.com/office/drawing/2014/main" id="{B9FC6610-A5F8-45EA-B7D4-AFDF75D208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118920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2"/>
          </a:solidFill>
          <a:ln w="0">
            <a:noFill/>
            <a:prstDash val="solid"/>
            <a:round/>
            <a:headEnd/>
            <a:tailEnd/>
          </a:ln>
        </p:spPr>
      </p:sp>
      <p:cxnSp>
        <p:nvCxnSpPr>
          <p:cNvPr id="21" name="Straight Connector 11">
            <a:extLst>
              <a:ext uri="{FF2B5EF4-FFF2-40B4-BE49-F238E27FC236}">
                <a16:creationId xmlns:a16="http://schemas.microsoft.com/office/drawing/2014/main" id="{4E9AB7A3-4EBC-40F6-99B4-4B1FE7F9DD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3855" y="1257300"/>
            <a:ext cx="0" cy="560070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useBgFill="1">
        <p:nvSpPr>
          <p:cNvPr id="22" name="Rectangle 13">
            <a:extLst>
              <a:ext uri="{FF2B5EF4-FFF2-40B4-BE49-F238E27FC236}">
                <a16:creationId xmlns:a16="http://schemas.microsoft.com/office/drawing/2014/main" id="{7865333E-6BF7-40FE-AC7D-EB8A0900AA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BAA85071-93B5-4334-A610-2F5BFD6A9A12}"/>
              </a:ext>
            </a:extLst>
          </p:cNvPr>
          <p:cNvSpPr>
            <a:spLocks noGrp="1"/>
          </p:cNvSpPr>
          <p:nvPr>
            <p:ph type="title"/>
          </p:nvPr>
        </p:nvSpPr>
        <p:spPr>
          <a:xfrm>
            <a:off x="2797126" y="2678464"/>
            <a:ext cx="8832898" cy="3798420"/>
          </a:xfrm>
        </p:spPr>
        <p:txBody>
          <a:bodyPr vert="horz" lIns="91440" tIns="45720" rIns="91440" bIns="45720" rtlCol="0" anchor="t">
            <a:noAutofit/>
          </a:bodyPr>
          <a:lstStyle/>
          <a:p>
            <a:pPr algn="l" eaLnBrk="1" hangingPunct="1"/>
            <a:r>
              <a:rPr lang="en-US" sz="2800" b="1" i="0" cap="none" dirty="0">
                <a:solidFill>
                  <a:schemeClr val="tx2"/>
                </a:solidFill>
                <a:latin typeface="+mn-lt"/>
              </a:rPr>
              <a:t>4. Don’t assume everyone understands where you’re coming from. </a:t>
            </a:r>
            <a:r>
              <a:rPr lang="en-US" sz="2800" cap="none" dirty="0">
                <a:solidFill>
                  <a:schemeClr val="tx2"/>
                </a:solidFill>
                <a:latin typeface="+mn-lt"/>
              </a:rPr>
              <a:t>Sarcasm and wit is often the spice of in-person conversation, but in online discussion, it can not only lose its edge, but it can also bite! In your high school classroom, all students were the same age, came from similar backgrounds and lived in the same area. In contrast, your online classroom is made up of people of all ages and cultures who have varied backgrounds, lifestyles and geographic locations. Review what you wrote before contributing to the conversation and ask yourself, “Will everyone get the joke?”</a:t>
            </a:r>
            <a:br>
              <a:rPr lang="en-US" sz="2800" cap="none" dirty="0">
                <a:solidFill>
                  <a:schemeClr val="tx2"/>
                </a:solidFill>
                <a:latin typeface="+mn-lt"/>
              </a:rPr>
            </a:br>
            <a:endParaRPr lang="en-US" sz="2800" cap="none" dirty="0">
              <a:solidFill>
                <a:schemeClr val="tx2"/>
              </a:solidFill>
              <a:latin typeface="+mn-lt"/>
            </a:endParaRPr>
          </a:p>
        </p:txBody>
      </p:sp>
      <p:sp>
        <p:nvSpPr>
          <p:cNvPr id="5" name="Text Placeholder 4">
            <a:extLst>
              <a:ext uri="{FF2B5EF4-FFF2-40B4-BE49-F238E27FC236}">
                <a16:creationId xmlns:a16="http://schemas.microsoft.com/office/drawing/2014/main" id="{DDC33CC8-288D-42C4-A2FA-75EB84BB39D1}"/>
              </a:ext>
            </a:extLst>
          </p:cNvPr>
          <p:cNvSpPr>
            <a:spLocks noGrp="1"/>
          </p:cNvSpPr>
          <p:nvPr>
            <p:ph type="body" idx="1"/>
          </p:nvPr>
        </p:nvSpPr>
        <p:spPr>
          <a:xfrm>
            <a:off x="2797125" y="1238250"/>
            <a:ext cx="8832899" cy="1143117"/>
          </a:xfrm>
        </p:spPr>
        <p:txBody>
          <a:bodyPr vert="horz" lIns="91440" tIns="45720" rIns="91440" bIns="45720" rtlCol="0" anchor="b">
            <a:normAutofit/>
          </a:bodyPr>
          <a:lstStyle/>
          <a:p>
            <a:pPr algn="l" eaLnBrk="1" hangingPunct="1">
              <a:lnSpc>
                <a:spcPct val="114000"/>
              </a:lnSpc>
              <a:spcAft>
                <a:spcPts val="600"/>
              </a:spcAft>
            </a:pPr>
            <a:r>
              <a:rPr lang="en-US" sz="4000" dirty="0">
                <a:solidFill>
                  <a:schemeClr val="tx2"/>
                </a:solidFill>
                <a:effectLst/>
              </a:rPr>
              <a:t>Netiquette in Online </a:t>
            </a:r>
            <a:r>
              <a:rPr lang="en-US" sz="4000" dirty="0">
                <a:solidFill>
                  <a:schemeClr val="tx2"/>
                </a:solidFill>
              </a:rPr>
              <a:t>E</a:t>
            </a:r>
            <a:r>
              <a:rPr lang="en-US" sz="4000" dirty="0">
                <a:solidFill>
                  <a:schemeClr val="tx2"/>
                </a:solidFill>
                <a:effectLst/>
              </a:rPr>
              <a:t>ducation</a:t>
            </a:r>
          </a:p>
        </p:txBody>
      </p:sp>
      <p:sp>
        <p:nvSpPr>
          <p:cNvPr id="23" name="Freeform 6">
            <a:extLst>
              <a:ext uri="{FF2B5EF4-FFF2-40B4-BE49-F238E27FC236}">
                <a16:creationId xmlns:a16="http://schemas.microsoft.com/office/drawing/2014/main" id="{C971C6CD-6DA8-4FDD-A89B-4B681DEAB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14572"/>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2"/>
          </a:solidFill>
          <a:ln w="0">
            <a:noFill/>
            <a:prstDash val="solid"/>
            <a:round/>
            <a:headEnd/>
            <a:tailEnd/>
          </a:ln>
        </p:spPr>
      </p:sp>
      <p:cxnSp>
        <p:nvCxnSpPr>
          <p:cNvPr id="24" name="Straight Connector 17">
            <a:extLst>
              <a:ext uri="{FF2B5EF4-FFF2-40B4-BE49-F238E27FC236}">
                <a16:creationId xmlns:a16="http://schemas.microsoft.com/office/drawing/2014/main" id="{ED3CBB7D-B825-489C-9789-70D05A25CF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865120" y="2519131"/>
            <a:ext cx="9326880" cy="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8148318"/>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 name="Freeform 6">
            <a:extLst>
              <a:ext uri="{FF2B5EF4-FFF2-40B4-BE49-F238E27FC236}">
                <a16:creationId xmlns:a16="http://schemas.microsoft.com/office/drawing/2014/main" id="{B9FC6610-A5F8-45EA-B7D4-AFDF75D208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118920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2"/>
          </a:solidFill>
          <a:ln w="0">
            <a:noFill/>
            <a:prstDash val="solid"/>
            <a:round/>
            <a:headEnd/>
            <a:tailEnd/>
          </a:ln>
        </p:spPr>
      </p:sp>
      <p:cxnSp>
        <p:nvCxnSpPr>
          <p:cNvPr id="21" name="Straight Connector 11">
            <a:extLst>
              <a:ext uri="{FF2B5EF4-FFF2-40B4-BE49-F238E27FC236}">
                <a16:creationId xmlns:a16="http://schemas.microsoft.com/office/drawing/2014/main" id="{4E9AB7A3-4EBC-40F6-99B4-4B1FE7F9DD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3855" y="1257300"/>
            <a:ext cx="0" cy="560070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useBgFill="1">
        <p:nvSpPr>
          <p:cNvPr id="22" name="Rectangle 13">
            <a:extLst>
              <a:ext uri="{FF2B5EF4-FFF2-40B4-BE49-F238E27FC236}">
                <a16:creationId xmlns:a16="http://schemas.microsoft.com/office/drawing/2014/main" id="{7865333E-6BF7-40FE-AC7D-EB8A0900AA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BAA85071-93B5-4334-A610-2F5BFD6A9A12}"/>
              </a:ext>
            </a:extLst>
          </p:cNvPr>
          <p:cNvSpPr>
            <a:spLocks noGrp="1"/>
          </p:cNvSpPr>
          <p:nvPr>
            <p:ph type="title"/>
          </p:nvPr>
        </p:nvSpPr>
        <p:spPr>
          <a:xfrm>
            <a:off x="2797126" y="2678464"/>
            <a:ext cx="8832898" cy="3798420"/>
          </a:xfrm>
        </p:spPr>
        <p:txBody>
          <a:bodyPr vert="horz" lIns="91440" tIns="45720" rIns="91440" bIns="45720" rtlCol="0" anchor="t">
            <a:noAutofit/>
          </a:bodyPr>
          <a:lstStyle/>
          <a:p>
            <a:pPr algn="l" eaLnBrk="1" hangingPunct="1"/>
            <a:r>
              <a:rPr lang="en-US" sz="3200" b="1" i="0" cap="none" dirty="0">
                <a:solidFill>
                  <a:schemeClr val="tx2"/>
                </a:solidFill>
                <a:latin typeface="+mn-lt"/>
              </a:rPr>
              <a:t>5. Don’t spam. </a:t>
            </a:r>
            <a:r>
              <a:rPr lang="en-US" sz="3200" cap="none" dirty="0">
                <a:solidFill>
                  <a:schemeClr val="tx2"/>
                </a:solidFill>
                <a:latin typeface="+mn-lt"/>
              </a:rPr>
              <a:t>Please don’t take advantage of your connection with the other students in your online classroom to forward emails and links regarding your political/spiritual beliefs or to sell your services.</a:t>
            </a:r>
          </a:p>
        </p:txBody>
      </p:sp>
      <p:sp>
        <p:nvSpPr>
          <p:cNvPr id="5" name="Text Placeholder 4">
            <a:extLst>
              <a:ext uri="{FF2B5EF4-FFF2-40B4-BE49-F238E27FC236}">
                <a16:creationId xmlns:a16="http://schemas.microsoft.com/office/drawing/2014/main" id="{DDC33CC8-288D-42C4-A2FA-75EB84BB39D1}"/>
              </a:ext>
            </a:extLst>
          </p:cNvPr>
          <p:cNvSpPr>
            <a:spLocks noGrp="1"/>
          </p:cNvSpPr>
          <p:nvPr>
            <p:ph type="body" idx="1"/>
          </p:nvPr>
        </p:nvSpPr>
        <p:spPr>
          <a:xfrm>
            <a:off x="2797125" y="1238250"/>
            <a:ext cx="8832899" cy="1143117"/>
          </a:xfrm>
        </p:spPr>
        <p:txBody>
          <a:bodyPr vert="horz" lIns="91440" tIns="45720" rIns="91440" bIns="45720" rtlCol="0" anchor="b">
            <a:normAutofit/>
          </a:bodyPr>
          <a:lstStyle/>
          <a:p>
            <a:pPr algn="l" eaLnBrk="1" hangingPunct="1">
              <a:lnSpc>
                <a:spcPct val="114000"/>
              </a:lnSpc>
              <a:spcAft>
                <a:spcPts val="600"/>
              </a:spcAft>
            </a:pPr>
            <a:r>
              <a:rPr lang="en-US" sz="4000" dirty="0">
                <a:solidFill>
                  <a:schemeClr val="tx2"/>
                </a:solidFill>
                <a:effectLst/>
              </a:rPr>
              <a:t>Netiquette in Online </a:t>
            </a:r>
            <a:r>
              <a:rPr lang="en-US" sz="4000" dirty="0">
                <a:solidFill>
                  <a:schemeClr val="tx2"/>
                </a:solidFill>
              </a:rPr>
              <a:t>E</a:t>
            </a:r>
            <a:r>
              <a:rPr lang="en-US" sz="4000" dirty="0">
                <a:solidFill>
                  <a:schemeClr val="tx2"/>
                </a:solidFill>
                <a:effectLst/>
              </a:rPr>
              <a:t>ducation</a:t>
            </a:r>
          </a:p>
        </p:txBody>
      </p:sp>
      <p:sp>
        <p:nvSpPr>
          <p:cNvPr id="23" name="Freeform 6">
            <a:extLst>
              <a:ext uri="{FF2B5EF4-FFF2-40B4-BE49-F238E27FC236}">
                <a16:creationId xmlns:a16="http://schemas.microsoft.com/office/drawing/2014/main" id="{C971C6CD-6DA8-4FDD-A89B-4B681DEAB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14572"/>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2"/>
          </a:solidFill>
          <a:ln w="0">
            <a:noFill/>
            <a:prstDash val="solid"/>
            <a:round/>
            <a:headEnd/>
            <a:tailEnd/>
          </a:ln>
        </p:spPr>
      </p:sp>
      <p:cxnSp>
        <p:nvCxnSpPr>
          <p:cNvPr id="24" name="Straight Connector 17">
            <a:extLst>
              <a:ext uri="{FF2B5EF4-FFF2-40B4-BE49-F238E27FC236}">
                <a16:creationId xmlns:a16="http://schemas.microsoft.com/office/drawing/2014/main" id="{ED3CBB7D-B825-489C-9789-70D05A25CF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865120" y="2519131"/>
            <a:ext cx="9326880" cy="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4209390"/>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 name="Freeform 6">
            <a:extLst>
              <a:ext uri="{FF2B5EF4-FFF2-40B4-BE49-F238E27FC236}">
                <a16:creationId xmlns:a16="http://schemas.microsoft.com/office/drawing/2014/main" id="{B9FC6610-A5F8-45EA-B7D4-AFDF75D208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118920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2"/>
          </a:solidFill>
          <a:ln w="0">
            <a:noFill/>
            <a:prstDash val="solid"/>
            <a:round/>
            <a:headEnd/>
            <a:tailEnd/>
          </a:ln>
        </p:spPr>
      </p:sp>
      <p:cxnSp>
        <p:nvCxnSpPr>
          <p:cNvPr id="21" name="Straight Connector 11">
            <a:extLst>
              <a:ext uri="{FF2B5EF4-FFF2-40B4-BE49-F238E27FC236}">
                <a16:creationId xmlns:a16="http://schemas.microsoft.com/office/drawing/2014/main" id="{4E9AB7A3-4EBC-40F6-99B4-4B1FE7F9DD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3855" y="1257300"/>
            <a:ext cx="0" cy="560070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useBgFill="1">
        <p:nvSpPr>
          <p:cNvPr id="22" name="Rectangle 13">
            <a:extLst>
              <a:ext uri="{FF2B5EF4-FFF2-40B4-BE49-F238E27FC236}">
                <a16:creationId xmlns:a16="http://schemas.microsoft.com/office/drawing/2014/main" id="{7865333E-6BF7-40FE-AC7D-EB8A0900AA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BAA85071-93B5-4334-A610-2F5BFD6A9A12}"/>
              </a:ext>
            </a:extLst>
          </p:cNvPr>
          <p:cNvSpPr>
            <a:spLocks noGrp="1"/>
          </p:cNvSpPr>
          <p:nvPr>
            <p:ph type="title"/>
          </p:nvPr>
        </p:nvSpPr>
        <p:spPr>
          <a:xfrm>
            <a:off x="2797126" y="2678464"/>
            <a:ext cx="8832898" cy="3798420"/>
          </a:xfrm>
        </p:spPr>
        <p:txBody>
          <a:bodyPr vert="horz" lIns="91440" tIns="45720" rIns="91440" bIns="45720" rtlCol="0" anchor="t">
            <a:noAutofit/>
          </a:bodyPr>
          <a:lstStyle/>
          <a:p>
            <a:pPr algn="l" eaLnBrk="1" hangingPunct="1"/>
            <a:r>
              <a:rPr lang="en-US" sz="3200" b="1" i="0" cap="none" dirty="0">
                <a:solidFill>
                  <a:schemeClr val="tx2"/>
                </a:solidFill>
                <a:latin typeface="+mn-lt"/>
              </a:rPr>
              <a:t>6. Use emoticons. </a:t>
            </a:r>
            <a:r>
              <a:rPr lang="en-US" sz="3200" cap="none" dirty="0">
                <a:solidFill>
                  <a:schemeClr val="tx2"/>
                </a:solidFill>
                <a:latin typeface="+mn-lt"/>
              </a:rPr>
              <a:t>In casual chatroom settings, emoticons can help convey feelings that may otherwise get lost in translation, including humor, exasperation, exhaustion and even confusion. </a:t>
            </a:r>
            <a:br>
              <a:rPr lang="en-US" sz="3200" cap="none" dirty="0">
                <a:solidFill>
                  <a:schemeClr val="tx2"/>
                </a:solidFill>
                <a:latin typeface="+mn-lt"/>
              </a:rPr>
            </a:br>
            <a:r>
              <a:rPr lang="en-US" sz="3200" i="0" cap="none" dirty="0">
                <a:solidFill>
                  <a:schemeClr val="tx2"/>
                </a:solidFill>
                <a:latin typeface="+mn-lt"/>
                <a:sym typeface="Wingdings" panose="05000000000000000000" pitchFamily="2" charset="2"/>
              </a:rPr>
              <a:t>  </a:t>
            </a:r>
            <a:endParaRPr lang="en-US" sz="3200" i="0" cap="none" dirty="0">
              <a:solidFill>
                <a:schemeClr val="tx2"/>
              </a:solidFill>
              <a:latin typeface="+mn-lt"/>
            </a:endParaRPr>
          </a:p>
        </p:txBody>
      </p:sp>
      <p:sp>
        <p:nvSpPr>
          <p:cNvPr id="5" name="Text Placeholder 4">
            <a:extLst>
              <a:ext uri="{FF2B5EF4-FFF2-40B4-BE49-F238E27FC236}">
                <a16:creationId xmlns:a16="http://schemas.microsoft.com/office/drawing/2014/main" id="{DDC33CC8-288D-42C4-A2FA-75EB84BB39D1}"/>
              </a:ext>
            </a:extLst>
          </p:cNvPr>
          <p:cNvSpPr>
            <a:spLocks noGrp="1"/>
          </p:cNvSpPr>
          <p:nvPr>
            <p:ph type="body" idx="1"/>
          </p:nvPr>
        </p:nvSpPr>
        <p:spPr>
          <a:xfrm>
            <a:off x="2797125" y="1238250"/>
            <a:ext cx="8832899" cy="1143117"/>
          </a:xfrm>
        </p:spPr>
        <p:txBody>
          <a:bodyPr vert="horz" lIns="91440" tIns="45720" rIns="91440" bIns="45720" rtlCol="0" anchor="b">
            <a:normAutofit/>
          </a:bodyPr>
          <a:lstStyle/>
          <a:p>
            <a:pPr algn="l" eaLnBrk="1" hangingPunct="1">
              <a:lnSpc>
                <a:spcPct val="114000"/>
              </a:lnSpc>
              <a:spcAft>
                <a:spcPts val="600"/>
              </a:spcAft>
            </a:pPr>
            <a:r>
              <a:rPr lang="en-US" sz="4000" dirty="0">
                <a:solidFill>
                  <a:schemeClr val="tx2"/>
                </a:solidFill>
                <a:effectLst/>
              </a:rPr>
              <a:t>Netiquette in Online </a:t>
            </a:r>
            <a:r>
              <a:rPr lang="en-US" sz="4000" dirty="0">
                <a:solidFill>
                  <a:schemeClr val="tx2"/>
                </a:solidFill>
              </a:rPr>
              <a:t>E</a:t>
            </a:r>
            <a:r>
              <a:rPr lang="en-US" sz="4000" dirty="0">
                <a:solidFill>
                  <a:schemeClr val="tx2"/>
                </a:solidFill>
                <a:effectLst/>
              </a:rPr>
              <a:t>ducation</a:t>
            </a:r>
          </a:p>
        </p:txBody>
      </p:sp>
      <p:sp>
        <p:nvSpPr>
          <p:cNvPr id="23" name="Freeform 6">
            <a:extLst>
              <a:ext uri="{FF2B5EF4-FFF2-40B4-BE49-F238E27FC236}">
                <a16:creationId xmlns:a16="http://schemas.microsoft.com/office/drawing/2014/main" id="{C971C6CD-6DA8-4FDD-A89B-4B681DEAB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14572"/>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2"/>
          </a:solidFill>
          <a:ln w="0">
            <a:noFill/>
            <a:prstDash val="solid"/>
            <a:round/>
            <a:headEnd/>
            <a:tailEnd/>
          </a:ln>
        </p:spPr>
      </p:sp>
      <p:cxnSp>
        <p:nvCxnSpPr>
          <p:cNvPr id="24" name="Straight Connector 17">
            <a:extLst>
              <a:ext uri="{FF2B5EF4-FFF2-40B4-BE49-F238E27FC236}">
                <a16:creationId xmlns:a16="http://schemas.microsoft.com/office/drawing/2014/main" id="{ED3CBB7D-B825-489C-9789-70D05A25CF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865120" y="2519131"/>
            <a:ext cx="9326880" cy="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1593081"/>
      </p:ext>
    </p:extLst>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 name="Freeform 6">
            <a:extLst>
              <a:ext uri="{FF2B5EF4-FFF2-40B4-BE49-F238E27FC236}">
                <a16:creationId xmlns:a16="http://schemas.microsoft.com/office/drawing/2014/main" id="{B9FC6610-A5F8-45EA-B7D4-AFDF75D208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118920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2"/>
          </a:solidFill>
          <a:ln w="0">
            <a:noFill/>
            <a:prstDash val="solid"/>
            <a:round/>
            <a:headEnd/>
            <a:tailEnd/>
          </a:ln>
        </p:spPr>
      </p:sp>
      <p:cxnSp>
        <p:nvCxnSpPr>
          <p:cNvPr id="21" name="Straight Connector 11">
            <a:extLst>
              <a:ext uri="{FF2B5EF4-FFF2-40B4-BE49-F238E27FC236}">
                <a16:creationId xmlns:a16="http://schemas.microsoft.com/office/drawing/2014/main" id="{4E9AB7A3-4EBC-40F6-99B4-4B1FE7F9DD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3855" y="1257300"/>
            <a:ext cx="0" cy="560070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useBgFill="1">
        <p:nvSpPr>
          <p:cNvPr id="22" name="Rectangle 13">
            <a:extLst>
              <a:ext uri="{FF2B5EF4-FFF2-40B4-BE49-F238E27FC236}">
                <a16:creationId xmlns:a16="http://schemas.microsoft.com/office/drawing/2014/main" id="{7865333E-6BF7-40FE-AC7D-EB8A0900AA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BAA85071-93B5-4334-A610-2F5BFD6A9A12}"/>
              </a:ext>
            </a:extLst>
          </p:cNvPr>
          <p:cNvSpPr>
            <a:spLocks noGrp="1"/>
          </p:cNvSpPr>
          <p:nvPr>
            <p:ph type="title"/>
          </p:nvPr>
        </p:nvSpPr>
        <p:spPr>
          <a:xfrm>
            <a:off x="2797126" y="2678464"/>
            <a:ext cx="8832898" cy="3798420"/>
          </a:xfrm>
        </p:spPr>
        <p:txBody>
          <a:bodyPr vert="horz" lIns="91440" tIns="45720" rIns="91440" bIns="45720" rtlCol="0" anchor="t">
            <a:noAutofit/>
          </a:bodyPr>
          <a:lstStyle/>
          <a:p>
            <a:pPr algn="l" eaLnBrk="1" hangingPunct="1"/>
            <a:r>
              <a:rPr lang="en-US" sz="3200" b="1" i="0" cap="none" dirty="0">
                <a:solidFill>
                  <a:schemeClr val="tx2"/>
                </a:solidFill>
                <a:latin typeface="+mn-lt"/>
              </a:rPr>
              <a:t>7. Respect others’ privacy. </a:t>
            </a:r>
            <a:r>
              <a:rPr lang="en-US" sz="3200" cap="none" dirty="0">
                <a:solidFill>
                  <a:schemeClr val="tx2"/>
                </a:solidFill>
                <a:latin typeface="+mn-lt"/>
              </a:rPr>
              <a:t>Don’t give out another student’s personal email address without permission.</a:t>
            </a:r>
          </a:p>
        </p:txBody>
      </p:sp>
      <p:sp>
        <p:nvSpPr>
          <p:cNvPr id="5" name="Text Placeholder 4">
            <a:extLst>
              <a:ext uri="{FF2B5EF4-FFF2-40B4-BE49-F238E27FC236}">
                <a16:creationId xmlns:a16="http://schemas.microsoft.com/office/drawing/2014/main" id="{DDC33CC8-288D-42C4-A2FA-75EB84BB39D1}"/>
              </a:ext>
            </a:extLst>
          </p:cNvPr>
          <p:cNvSpPr>
            <a:spLocks noGrp="1"/>
          </p:cNvSpPr>
          <p:nvPr>
            <p:ph type="body" idx="1"/>
          </p:nvPr>
        </p:nvSpPr>
        <p:spPr>
          <a:xfrm>
            <a:off x="2797125" y="1238250"/>
            <a:ext cx="8832899" cy="1143117"/>
          </a:xfrm>
        </p:spPr>
        <p:txBody>
          <a:bodyPr vert="horz" lIns="91440" tIns="45720" rIns="91440" bIns="45720" rtlCol="0" anchor="b">
            <a:normAutofit/>
          </a:bodyPr>
          <a:lstStyle/>
          <a:p>
            <a:pPr algn="l" eaLnBrk="1" hangingPunct="1">
              <a:lnSpc>
                <a:spcPct val="114000"/>
              </a:lnSpc>
              <a:spcAft>
                <a:spcPts val="600"/>
              </a:spcAft>
            </a:pPr>
            <a:r>
              <a:rPr lang="en-US" sz="4000" dirty="0">
                <a:solidFill>
                  <a:schemeClr val="tx2"/>
                </a:solidFill>
                <a:effectLst/>
              </a:rPr>
              <a:t>Netiquette in Online </a:t>
            </a:r>
            <a:r>
              <a:rPr lang="en-US" sz="4000" dirty="0">
                <a:solidFill>
                  <a:schemeClr val="tx2"/>
                </a:solidFill>
              </a:rPr>
              <a:t>E</a:t>
            </a:r>
            <a:r>
              <a:rPr lang="en-US" sz="4000" dirty="0">
                <a:solidFill>
                  <a:schemeClr val="tx2"/>
                </a:solidFill>
                <a:effectLst/>
              </a:rPr>
              <a:t>ducation</a:t>
            </a:r>
          </a:p>
        </p:txBody>
      </p:sp>
      <p:sp>
        <p:nvSpPr>
          <p:cNvPr id="23" name="Freeform 6">
            <a:extLst>
              <a:ext uri="{FF2B5EF4-FFF2-40B4-BE49-F238E27FC236}">
                <a16:creationId xmlns:a16="http://schemas.microsoft.com/office/drawing/2014/main" id="{C971C6CD-6DA8-4FDD-A89B-4B681DEAB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14572"/>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2"/>
          </a:solidFill>
          <a:ln w="0">
            <a:noFill/>
            <a:prstDash val="solid"/>
            <a:round/>
            <a:headEnd/>
            <a:tailEnd/>
          </a:ln>
        </p:spPr>
      </p:sp>
      <p:cxnSp>
        <p:nvCxnSpPr>
          <p:cNvPr id="24" name="Straight Connector 17">
            <a:extLst>
              <a:ext uri="{FF2B5EF4-FFF2-40B4-BE49-F238E27FC236}">
                <a16:creationId xmlns:a16="http://schemas.microsoft.com/office/drawing/2014/main" id="{ED3CBB7D-B825-489C-9789-70D05A25CF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865120" y="2519131"/>
            <a:ext cx="9326880" cy="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34594890"/>
      </p:ext>
    </p:extLst>
  </p:cSld>
  <p:clrMapOvr>
    <a:overrideClrMapping bg1="dk1" tx1="lt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 name="Freeform 6">
            <a:extLst>
              <a:ext uri="{FF2B5EF4-FFF2-40B4-BE49-F238E27FC236}">
                <a16:creationId xmlns:a16="http://schemas.microsoft.com/office/drawing/2014/main" id="{B9FC6610-A5F8-45EA-B7D4-AFDF75D208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118920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2"/>
          </a:solidFill>
          <a:ln w="0">
            <a:noFill/>
            <a:prstDash val="solid"/>
            <a:round/>
            <a:headEnd/>
            <a:tailEnd/>
          </a:ln>
        </p:spPr>
      </p:sp>
      <p:cxnSp>
        <p:nvCxnSpPr>
          <p:cNvPr id="21" name="Straight Connector 11">
            <a:extLst>
              <a:ext uri="{FF2B5EF4-FFF2-40B4-BE49-F238E27FC236}">
                <a16:creationId xmlns:a16="http://schemas.microsoft.com/office/drawing/2014/main" id="{4E9AB7A3-4EBC-40F6-99B4-4B1FE7F9DD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3855" y="1257300"/>
            <a:ext cx="0" cy="560070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useBgFill="1">
        <p:nvSpPr>
          <p:cNvPr id="22" name="Rectangle 13">
            <a:extLst>
              <a:ext uri="{FF2B5EF4-FFF2-40B4-BE49-F238E27FC236}">
                <a16:creationId xmlns:a16="http://schemas.microsoft.com/office/drawing/2014/main" id="{7865333E-6BF7-40FE-AC7D-EB8A0900AA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BAA85071-93B5-4334-A610-2F5BFD6A9A12}"/>
              </a:ext>
            </a:extLst>
          </p:cNvPr>
          <p:cNvSpPr>
            <a:spLocks noGrp="1"/>
          </p:cNvSpPr>
          <p:nvPr>
            <p:ph type="title"/>
          </p:nvPr>
        </p:nvSpPr>
        <p:spPr>
          <a:xfrm>
            <a:off x="2797126" y="2678464"/>
            <a:ext cx="8832898" cy="3798420"/>
          </a:xfrm>
        </p:spPr>
        <p:txBody>
          <a:bodyPr vert="horz" lIns="91440" tIns="45720" rIns="91440" bIns="45720" rtlCol="0" anchor="t">
            <a:noAutofit/>
          </a:bodyPr>
          <a:lstStyle/>
          <a:p>
            <a:pPr algn="l" eaLnBrk="1" hangingPunct="1"/>
            <a:r>
              <a:rPr lang="en-US" sz="3200" b="1" i="0" cap="none" dirty="0">
                <a:solidFill>
                  <a:schemeClr val="tx2"/>
                </a:solidFill>
                <a:latin typeface="+mn-lt"/>
              </a:rPr>
              <a:t>8. Remember, if it’s on the internet, it’s everywhere. </a:t>
            </a:r>
            <a:r>
              <a:rPr lang="en-US" sz="3200" cap="none" dirty="0">
                <a:solidFill>
                  <a:schemeClr val="tx2"/>
                </a:solidFill>
                <a:latin typeface="+mn-lt"/>
              </a:rPr>
              <a:t>Don’t share personal information about yourself in a public online forum, especially something that could put your safety or security at risk.</a:t>
            </a:r>
          </a:p>
        </p:txBody>
      </p:sp>
      <p:sp>
        <p:nvSpPr>
          <p:cNvPr id="5" name="Text Placeholder 4">
            <a:extLst>
              <a:ext uri="{FF2B5EF4-FFF2-40B4-BE49-F238E27FC236}">
                <a16:creationId xmlns:a16="http://schemas.microsoft.com/office/drawing/2014/main" id="{DDC33CC8-288D-42C4-A2FA-75EB84BB39D1}"/>
              </a:ext>
            </a:extLst>
          </p:cNvPr>
          <p:cNvSpPr>
            <a:spLocks noGrp="1"/>
          </p:cNvSpPr>
          <p:nvPr>
            <p:ph type="body" idx="1"/>
          </p:nvPr>
        </p:nvSpPr>
        <p:spPr>
          <a:xfrm>
            <a:off x="2797125" y="1238250"/>
            <a:ext cx="8832899" cy="1143117"/>
          </a:xfrm>
        </p:spPr>
        <p:txBody>
          <a:bodyPr vert="horz" lIns="91440" tIns="45720" rIns="91440" bIns="45720" rtlCol="0" anchor="b">
            <a:normAutofit/>
          </a:bodyPr>
          <a:lstStyle/>
          <a:p>
            <a:pPr algn="l" eaLnBrk="1" hangingPunct="1">
              <a:lnSpc>
                <a:spcPct val="114000"/>
              </a:lnSpc>
              <a:spcAft>
                <a:spcPts val="600"/>
              </a:spcAft>
            </a:pPr>
            <a:r>
              <a:rPr lang="en-US" sz="4000" dirty="0">
                <a:solidFill>
                  <a:schemeClr val="tx2"/>
                </a:solidFill>
                <a:effectLst/>
              </a:rPr>
              <a:t>Netiquette in Online </a:t>
            </a:r>
            <a:r>
              <a:rPr lang="en-US" sz="4000" dirty="0">
                <a:solidFill>
                  <a:schemeClr val="tx2"/>
                </a:solidFill>
              </a:rPr>
              <a:t>E</a:t>
            </a:r>
            <a:r>
              <a:rPr lang="en-US" sz="4000" dirty="0">
                <a:solidFill>
                  <a:schemeClr val="tx2"/>
                </a:solidFill>
                <a:effectLst/>
              </a:rPr>
              <a:t>ducation</a:t>
            </a:r>
          </a:p>
        </p:txBody>
      </p:sp>
      <p:sp>
        <p:nvSpPr>
          <p:cNvPr id="23" name="Freeform 6">
            <a:extLst>
              <a:ext uri="{FF2B5EF4-FFF2-40B4-BE49-F238E27FC236}">
                <a16:creationId xmlns:a16="http://schemas.microsoft.com/office/drawing/2014/main" id="{C971C6CD-6DA8-4FDD-A89B-4B681DEAB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14572"/>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2"/>
          </a:solidFill>
          <a:ln w="0">
            <a:noFill/>
            <a:prstDash val="solid"/>
            <a:round/>
            <a:headEnd/>
            <a:tailEnd/>
          </a:ln>
        </p:spPr>
      </p:sp>
      <p:cxnSp>
        <p:nvCxnSpPr>
          <p:cNvPr id="24" name="Straight Connector 17">
            <a:extLst>
              <a:ext uri="{FF2B5EF4-FFF2-40B4-BE49-F238E27FC236}">
                <a16:creationId xmlns:a16="http://schemas.microsoft.com/office/drawing/2014/main" id="{ED3CBB7D-B825-489C-9789-70D05A25CF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865120" y="2519131"/>
            <a:ext cx="9326880" cy="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9862989"/>
      </p:ext>
    </p:extLst>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 name="Freeform 6">
            <a:extLst>
              <a:ext uri="{FF2B5EF4-FFF2-40B4-BE49-F238E27FC236}">
                <a16:creationId xmlns:a16="http://schemas.microsoft.com/office/drawing/2014/main" id="{B9FC6610-A5F8-45EA-B7D4-AFDF75D208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118920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2"/>
          </a:solidFill>
          <a:ln w="0">
            <a:noFill/>
            <a:prstDash val="solid"/>
            <a:round/>
            <a:headEnd/>
            <a:tailEnd/>
          </a:ln>
        </p:spPr>
      </p:sp>
      <p:cxnSp>
        <p:nvCxnSpPr>
          <p:cNvPr id="21" name="Straight Connector 11">
            <a:extLst>
              <a:ext uri="{FF2B5EF4-FFF2-40B4-BE49-F238E27FC236}">
                <a16:creationId xmlns:a16="http://schemas.microsoft.com/office/drawing/2014/main" id="{4E9AB7A3-4EBC-40F6-99B4-4B1FE7F9DD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3855" y="1257300"/>
            <a:ext cx="0" cy="560070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useBgFill="1">
        <p:nvSpPr>
          <p:cNvPr id="22" name="Rectangle 13">
            <a:extLst>
              <a:ext uri="{FF2B5EF4-FFF2-40B4-BE49-F238E27FC236}">
                <a16:creationId xmlns:a16="http://schemas.microsoft.com/office/drawing/2014/main" id="{7865333E-6BF7-40FE-AC7D-EB8A0900AA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BAA85071-93B5-4334-A610-2F5BFD6A9A12}"/>
              </a:ext>
            </a:extLst>
          </p:cNvPr>
          <p:cNvSpPr>
            <a:spLocks noGrp="1"/>
          </p:cNvSpPr>
          <p:nvPr>
            <p:ph type="title"/>
          </p:nvPr>
        </p:nvSpPr>
        <p:spPr>
          <a:xfrm>
            <a:off x="2797126" y="2678464"/>
            <a:ext cx="8832898" cy="3798420"/>
          </a:xfrm>
        </p:spPr>
        <p:txBody>
          <a:bodyPr vert="horz" lIns="91440" tIns="45720" rIns="91440" bIns="45720" rtlCol="0" anchor="t">
            <a:noAutofit/>
          </a:bodyPr>
          <a:lstStyle/>
          <a:p>
            <a:pPr algn="l" eaLnBrk="1" hangingPunct="1"/>
            <a:r>
              <a:rPr lang="en-US" sz="3200" b="1" i="0" cap="none" dirty="0">
                <a:solidFill>
                  <a:schemeClr val="tx2"/>
                </a:solidFill>
                <a:latin typeface="+mn-lt"/>
              </a:rPr>
              <a:t>9. Follow the rules. </a:t>
            </a:r>
            <a:r>
              <a:rPr lang="en-US" sz="3200" cap="none" dirty="0">
                <a:solidFill>
                  <a:schemeClr val="tx2"/>
                </a:solidFill>
                <a:latin typeface="+mn-lt"/>
              </a:rPr>
              <a:t>Just as your online college posts guidelines related to academic integrity and student expectations, online forums also have rules of conduct. Make a point to read them every time, as they can vary from class to class.</a:t>
            </a:r>
          </a:p>
        </p:txBody>
      </p:sp>
      <p:sp>
        <p:nvSpPr>
          <p:cNvPr id="5" name="Text Placeholder 4">
            <a:extLst>
              <a:ext uri="{FF2B5EF4-FFF2-40B4-BE49-F238E27FC236}">
                <a16:creationId xmlns:a16="http://schemas.microsoft.com/office/drawing/2014/main" id="{DDC33CC8-288D-42C4-A2FA-75EB84BB39D1}"/>
              </a:ext>
            </a:extLst>
          </p:cNvPr>
          <p:cNvSpPr>
            <a:spLocks noGrp="1"/>
          </p:cNvSpPr>
          <p:nvPr>
            <p:ph type="body" idx="1"/>
          </p:nvPr>
        </p:nvSpPr>
        <p:spPr>
          <a:xfrm>
            <a:off x="2797125" y="1238250"/>
            <a:ext cx="8832899" cy="1143117"/>
          </a:xfrm>
        </p:spPr>
        <p:txBody>
          <a:bodyPr vert="horz" lIns="91440" tIns="45720" rIns="91440" bIns="45720" rtlCol="0" anchor="b">
            <a:normAutofit/>
          </a:bodyPr>
          <a:lstStyle/>
          <a:p>
            <a:pPr algn="l" eaLnBrk="1" hangingPunct="1">
              <a:lnSpc>
                <a:spcPct val="114000"/>
              </a:lnSpc>
              <a:spcAft>
                <a:spcPts val="600"/>
              </a:spcAft>
            </a:pPr>
            <a:r>
              <a:rPr lang="en-US" sz="4000" dirty="0">
                <a:solidFill>
                  <a:schemeClr val="tx2"/>
                </a:solidFill>
                <a:effectLst/>
              </a:rPr>
              <a:t>Netiquette in Online </a:t>
            </a:r>
            <a:r>
              <a:rPr lang="en-US" sz="4000" dirty="0">
                <a:solidFill>
                  <a:schemeClr val="tx2"/>
                </a:solidFill>
              </a:rPr>
              <a:t>E</a:t>
            </a:r>
            <a:r>
              <a:rPr lang="en-US" sz="4000" dirty="0">
                <a:solidFill>
                  <a:schemeClr val="tx2"/>
                </a:solidFill>
                <a:effectLst/>
              </a:rPr>
              <a:t>ducation</a:t>
            </a:r>
          </a:p>
        </p:txBody>
      </p:sp>
      <p:sp>
        <p:nvSpPr>
          <p:cNvPr id="23" name="Freeform 6">
            <a:extLst>
              <a:ext uri="{FF2B5EF4-FFF2-40B4-BE49-F238E27FC236}">
                <a16:creationId xmlns:a16="http://schemas.microsoft.com/office/drawing/2014/main" id="{C971C6CD-6DA8-4FDD-A89B-4B681DEAB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14572"/>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2"/>
          </a:solidFill>
          <a:ln w="0">
            <a:noFill/>
            <a:prstDash val="solid"/>
            <a:round/>
            <a:headEnd/>
            <a:tailEnd/>
          </a:ln>
        </p:spPr>
      </p:sp>
      <p:cxnSp>
        <p:nvCxnSpPr>
          <p:cNvPr id="24" name="Straight Connector 17">
            <a:extLst>
              <a:ext uri="{FF2B5EF4-FFF2-40B4-BE49-F238E27FC236}">
                <a16:creationId xmlns:a16="http://schemas.microsoft.com/office/drawing/2014/main" id="{ED3CBB7D-B825-489C-9789-70D05A25CF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865120" y="2519131"/>
            <a:ext cx="9326880" cy="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9541620"/>
      </p:ext>
    </p:extLst>
  </p:cSld>
  <p:clrMapOvr>
    <a:overrideClrMapping bg1="dk1" tx1="lt1" bg2="dk2" tx2="lt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 name="Freeform 6">
            <a:extLst>
              <a:ext uri="{FF2B5EF4-FFF2-40B4-BE49-F238E27FC236}">
                <a16:creationId xmlns:a16="http://schemas.microsoft.com/office/drawing/2014/main" id="{B9FC6610-A5F8-45EA-B7D4-AFDF75D208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118920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2"/>
          </a:solidFill>
          <a:ln w="0">
            <a:noFill/>
            <a:prstDash val="solid"/>
            <a:round/>
            <a:headEnd/>
            <a:tailEnd/>
          </a:ln>
        </p:spPr>
      </p:sp>
      <p:cxnSp>
        <p:nvCxnSpPr>
          <p:cNvPr id="21" name="Straight Connector 11">
            <a:extLst>
              <a:ext uri="{FF2B5EF4-FFF2-40B4-BE49-F238E27FC236}">
                <a16:creationId xmlns:a16="http://schemas.microsoft.com/office/drawing/2014/main" id="{4E9AB7A3-4EBC-40F6-99B4-4B1FE7F9DD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3855" y="1257300"/>
            <a:ext cx="0" cy="560070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useBgFill="1">
        <p:nvSpPr>
          <p:cNvPr id="22" name="Rectangle 13">
            <a:extLst>
              <a:ext uri="{FF2B5EF4-FFF2-40B4-BE49-F238E27FC236}">
                <a16:creationId xmlns:a16="http://schemas.microsoft.com/office/drawing/2014/main" id="{7865333E-6BF7-40FE-AC7D-EB8A0900AA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BAA85071-93B5-4334-A610-2F5BFD6A9A12}"/>
              </a:ext>
            </a:extLst>
          </p:cNvPr>
          <p:cNvSpPr>
            <a:spLocks noGrp="1"/>
          </p:cNvSpPr>
          <p:nvPr>
            <p:ph type="title"/>
          </p:nvPr>
        </p:nvSpPr>
        <p:spPr>
          <a:xfrm>
            <a:off x="2797126" y="2678464"/>
            <a:ext cx="8832898" cy="3798420"/>
          </a:xfrm>
        </p:spPr>
        <p:txBody>
          <a:bodyPr vert="horz" lIns="91440" tIns="45720" rIns="91440" bIns="45720" rtlCol="0" anchor="t">
            <a:noAutofit/>
          </a:bodyPr>
          <a:lstStyle/>
          <a:p>
            <a:pPr algn="l" eaLnBrk="1" hangingPunct="1"/>
            <a:r>
              <a:rPr lang="en-US" sz="3200" b="1" i="0" cap="none" dirty="0">
                <a:solidFill>
                  <a:schemeClr val="tx2"/>
                </a:solidFill>
                <a:latin typeface="+mn-lt"/>
              </a:rPr>
              <a:t>10. Forgive and forget. </a:t>
            </a:r>
            <a:r>
              <a:rPr lang="en-US" sz="3200" cap="none" dirty="0">
                <a:solidFill>
                  <a:schemeClr val="tx2"/>
                </a:solidFill>
                <a:latin typeface="+mn-lt"/>
              </a:rPr>
              <a:t>If you’re offended by something another student says online, keep in mind that you may have misunderstood their intentions. Give them the benefit of the doubt.</a:t>
            </a:r>
          </a:p>
        </p:txBody>
      </p:sp>
      <p:sp>
        <p:nvSpPr>
          <p:cNvPr id="5" name="Text Placeholder 4">
            <a:extLst>
              <a:ext uri="{FF2B5EF4-FFF2-40B4-BE49-F238E27FC236}">
                <a16:creationId xmlns:a16="http://schemas.microsoft.com/office/drawing/2014/main" id="{DDC33CC8-288D-42C4-A2FA-75EB84BB39D1}"/>
              </a:ext>
            </a:extLst>
          </p:cNvPr>
          <p:cNvSpPr>
            <a:spLocks noGrp="1"/>
          </p:cNvSpPr>
          <p:nvPr>
            <p:ph type="body" idx="1"/>
          </p:nvPr>
        </p:nvSpPr>
        <p:spPr>
          <a:xfrm>
            <a:off x="2797125" y="1238250"/>
            <a:ext cx="8832899" cy="1143117"/>
          </a:xfrm>
        </p:spPr>
        <p:txBody>
          <a:bodyPr vert="horz" lIns="91440" tIns="45720" rIns="91440" bIns="45720" rtlCol="0" anchor="b">
            <a:normAutofit/>
          </a:bodyPr>
          <a:lstStyle/>
          <a:p>
            <a:pPr algn="l" eaLnBrk="1" hangingPunct="1">
              <a:lnSpc>
                <a:spcPct val="114000"/>
              </a:lnSpc>
              <a:spcAft>
                <a:spcPts val="600"/>
              </a:spcAft>
            </a:pPr>
            <a:r>
              <a:rPr lang="en-US" sz="4000" dirty="0">
                <a:solidFill>
                  <a:schemeClr val="tx2"/>
                </a:solidFill>
                <a:effectLst/>
              </a:rPr>
              <a:t>Netiquette in Online </a:t>
            </a:r>
            <a:r>
              <a:rPr lang="en-US" sz="4000" dirty="0">
                <a:solidFill>
                  <a:schemeClr val="tx2"/>
                </a:solidFill>
              </a:rPr>
              <a:t>E</a:t>
            </a:r>
            <a:r>
              <a:rPr lang="en-US" sz="4000" dirty="0">
                <a:solidFill>
                  <a:schemeClr val="tx2"/>
                </a:solidFill>
                <a:effectLst/>
              </a:rPr>
              <a:t>ducation</a:t>
            </a:r>
          </a:p>
        </p:txBody>
      </p:sp>
      <p:sp>
        <p:nvSpPr>
          <p:cNvPr id="23" name="Freeform 6">
            <a:extLst>
              <a:ext uri="{FF2B5EF4-FFF2-40B4-BE49-F238E27FC236}">
                <a16:creationId xmlns:a16="http://schemas.microsoft.com/office/drawing/2014/main" id="{C971C6CD-6DA8-4FDD-A89B-4B681DEAB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14572"/>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2"/>
          </a:solidFill>
          <a:ln w="0">
            <a:noFill/>
            <a:prstDash val="solid"/>
            <a:round/>
            <a:headEnd/>
            <a:tailEnd/>
          </a:ln>
        </p:spPr>
      </p:sp>
      <p:cxnSp>
        <p:nvCxnSpPr>
          <p:cNvPr id="24" name="Straight Connector 17">
            <a:extLst>
              <a:ext uri="{FF2B5EF4-FFF2-40B4-BE49-F238E27FC236}">
                <a16:creationId xmlns:a16="http://schemas.microsoft.com/office/drawing/2014/main" id="{ED3CBB7D-B825-489C-9789-70D05A25CF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865120" y="2519131"/>
            <a:ext cx="9326880" cy="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21705237"/>
      </p:ext>
    </p:extLst>
  </p:cSld>
  <p:clrMapOvr>
    <a:overrideClrMapping bg1="dk1" tx1="lt1" bg2="dk2" tx2="lt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3D4FC-BE36-47F7-9BD2-D50726FE7F68}"/>
              </a:ext>
            </a:extLst>
          </p:cNvPr>
          <p:cNvSpPr>
            <a:spLocks noGrp="1"/>
          </p:cNvSpPr>
          <p:nvPr>
            <p:ph type="title"/>
          </p:nvPr>
        </p:nvSpPr>
        <p:spPr/>
        <p:txBody>
          <a:bodyPr>
            <a:normAutofit/>
          </a:bodyPr>
          <a:lstStyle/>
          <a:p>
            <a:pPr algn="l"/>
            <a:r>
              <a:rPr lang="en-US" sz="5400" b="0" i="0" dirty="0">
                <a:solidFill>
                  <a:srgbClr val="000000"/>
                </a:solidFill>
                <a:effectLst/>
                <a:latin typeface="Open Sans" panose="020B0606030504020204" pitchFamily="34" charset="0"/>
              </a:rPr>
              <a:t>Importance of Netiquette for Virtual Employees</a:t>
            </a:r>
            <a:br>
              <a:rPr lang="en-US" sz="5400" b="0" i="0" dirty="0">
                <a:solidFill>
                  <a:srgbClr val="000000"/>
                </a:solidFill>
                <a:effectLst/>
                <a:latin typeface="Open Sans" panose="020B0606030504020204" pitchFamily="34" charset="0"/>
              </a:rPr>
            </a:br>
            <a:endParaRPr lang="en-US" sz="5400" dirty="0"/>
          </a:p>
        </p:txBody>
      </p:sp>
      <p:sp>
        <p:nvSpPr>
          <p:cNvPr id="3" name="Text Placeholder 2">
            <a:extLst>
              <a:ext uri="{FF2B5EF4-FFF2-40B4-BE49-F238E27FC236}">
                <a16:creationId xmlns:a16="http://schemas.microsoft.com/office/drawing/2014/main" id="{24522766-0330-0D3B-BD7D-8CBE21F63078}"/>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2224203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CF041BE-2E92-4331-B93A-2EB25A4117E0}"/>
              </a:ext>
            </a:extLst>
          </p:cNvPr>
          <p:cNvSpPr>
            <a:spLocks noGrp="1"/>
          </p:cNvSpPr>
          <p:nvPr>
            <p:ph type="title"/>
          </p:nvPr>
        </p:nvSpPr>
        <p:spPr>
          <a:xfrm>
            <a:off x="960120" y="434101"/>
            <a:ext cx="10800956" cy="1232750"/>
          </a:xfrm>
        </p:spPr>
        <p:txBody>
          <a:bodyPr anchor="b">
            <a:normAutofit fontScale="90000"/>
          </a:bodyPr>
          <a:lstStyle/>
          <a:p>
            <a:r>
              <a:rPr lang="en-US" b="1" i="0" dirty="0">
                <a:solidFill>
                  <a:schemeClr val="tx1"/>
                </a:solidFill>
                <a:effectLst/>
                <a:latin typeface="proxima-nova"/>
              </a:rPr>
              <a:t>Importance of Netiquette for Virtual Employees</a:t>
            </a:r>
            <a:endParaRPr lang="en-US" dirty="0">
              <a:solidFill>
                <a:schemeClr val="tx1"/>
              </a:solidFill>
            </a:endParaRPr>
          </a:p>
        </p:txBody>
      </p:sp>
      <p:sp>
        <p:nvSpPr>
          <p:cNvPr id="5" name="Content Placeholder 4">
            <a:extLst>
              <a:ext uri="{FF2B5EF4-FFF2-40B4-BE49-F238E27FC236}">
                <a16:creationId xmlns:a16="http://schemas.microsoft.com/office/drawing/2014/main" id="{13D4AB04-0E41-4BA8-91A9-3B257CDE2A59}"/>
              </a:ext>
            </a:extLst>
          </p:cNvPr>
          <p:cNvSpPr>
            <a:spLocks noGrp="1"/>
          </p:cNvSpPr>
          <p:nvPr>
            <p:ph idx="1"/>
          </p:nvPr>
        </p:nvSpPr>
        <p:spPr>
          <a:xfrm>
            <a:off x="960119" y="2942252"/>
            <a:ext cx="10266681" cy="3172409"/>
          </a:xfrm>
        </p:spPr>
        <p:txBody>
          <a:bodyPr>
            <a:normAutofit/>
          </a:bodyPr>
          <a:lstStyle/>
          <a:p>
            <a:pPr marL="0" indent="0" algn="l">
              <a:buNone/>
            </a:pPr>
            <a:r>
              <a:rPr lang="en-US" b="0" i="0" dirty="0">
                <a:solidFill>
                  <a:srgbClr val="000000"/>
                </a:solidFill>
                <a:effectLst/>
                <a:latin typeface="Open Sans" panose="020B0606030504020204" pitchFamily="34" charset="0"/>
              </a:rPr>
              <a:t>1. </a:t>
            </a:r>
            <a:r>
              <a:rPr lang="en-US" b="1" i="0" dirty="0">
                <a:solidFill>
                  <a:srgbClr val="000000"/>
                </a:solidFill>
                <a:effectLst/>
                <a:latin typeface="Open Sans" panose="020B0606030504020204" pitchFamily="34" charset="0"/>
              </a:rPr>
              <a:t>Stay on target</a:t>
            </a:r>
            <a:r>
              <a:rPr lang="en-US" b="0" i="0" dirty="0">
                <a:solidFill>
                  <a:srgbClr val="000000"/>
                </a:solidFill>
                <a:effectLst/>
                <a:latin typeface="Open Sans" panose="020B0606030504020204" pitchFamily="34" charset="0"/>
              </a:rPr>
              <a:t>. Be direct when having a conversation with a colleague or client. This should include clearly defining your goals and objectives.</a:t>
            </a:r>
          </a:p>
          <a:p>
            <a:pPr marL="0" indent="0" algn="l">
              <a:buNone/>
            </a:pPr>
            <a:r>
              <a:rPr lang="en-US" b="0" i="0" dirty="0">
                <a:solidFill>
                  <a:srgbClr val="000000"/>
                </a:solidFill>
                <a:effectLst/>
                <a:latin typeface="Open Sans" panose="020B0606030504020204" pitchFamily="34" charset="0"/>
              </a:rPr>
              <a:t>2. </a:t>
            </a:r>
            <a:r>
              <a:rPr lang="en-US" b="1" i="0" dirty="0">
                <a:solidFill>
                  <a:srgbClr val="000000"/>
                </a:solidFill>
                <a:effectLst/>
                <a:latin typeface="Open Sans" panose="020B0606030504020204" pitchFamily="34" charset="0"/>
              </a:rPr>
              <a:t>Speak without conflict</a:t>
            </a:r>
            <a:r>
              <a:rPr lang="en-US" b="0" i="0" dirty="0">
                <a:solidFill>
                  <a:srgbClr val="000000"/>
                </a:solidFill>
                <a:effectLst/>
                <a:latin typeface="Open Sans" panose="020B0606030504020204" pitchFamily="34" charset="0"/>
              </a:rPr>
              <a:t>. Avoid language that could be perceived as confrontational or sarcastic in nature. While playful banter is a great way to get to know someone, it is not something that should be exhibited in a virtual office. A misunderstanding can be easily misconstrued and can lead to conflicts.</a:t>
            </a:r>
          </a:p>
        </p:txBody>
      </p:sp>
    </p:spTree>
    <p:extLst>
      <p:ext uri="{BB962C8B-B14F-4D97-AF65-F5344CB8AC3E}">
        <p14:creationId xmlns:p14="http://schemas.microsoft.com/office/powerpoint/2010/main" val="449521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CF041BE-2E92-4331-B93A-2EB25A4117E0}"/>
              </a:ext>
            </a:extLst>
          </p:cNvPr>
          <p:cNvSpPr>
            <a:spLocks noGrp="1"/>
          </p:cNvSpPr>
          <p:nvPr>
            <p:ph type="title"/>
          </p:nvPr>
        </p:nvSpPr>
        <p:spPr>
          <a:xfrm>
            <a:off x="960120" y="434101"/>
            <a:ext cx="10800956" cy="1232750"/>
          </a:xfrm>
        </p:spPr>
        <p:txBody>
          <a:bodyPr anchor="b">
            <a:normAutofit fontScale="90000"/>
          </a:bodyPr>
          <a:lstStyle/>
          <a:p>
            <a:r>
              <a:rPr lang="en-US" b="1" i="0" dirty="0">
                <a:solidFill>
                  <a:schemeClr val="tx1"/>
                </a:solidFill>
                <a:effectLst/>
                <a:latin typeface="proxima-nova"/>
              </a:rPr>
              <a:t>Importance of Netiquette for Virtual Employees</a:t>
            </a:r>
            <a:endParaRPr lang="en-US" dirty="0">
              <a:solidFill>
                <a:schemeClr val="tx1"/>
              </a:solidFill>
            </a:endParaRPr>
          </a:p>
        </p:txBody>
      </p:sp>
      <p:sp>
        <p:nvSpPr>
          <p:cNvPr id="5" name="Content Placeholder 4">
            <a:extLst>
              <a:ext uri="{FF2B5EF4-FFF2-40B4-BE49-F238E27FC236}">
                <a16:creationId xmlns:a16="http://schemas.microsoft.com/office/drawing/2014/main" id="{13D4AB04-0E41-4BA8-91A9-3B257CDE2A59}"/>
              </a:ext>
            </a:extLst>
          </p:cNvPr>
          <p:cNvSpPr>
            <a:spLocks noGrp="1"/>
          </p:cNvSpPr>
          <p:nvPr>
            <p:ph idx="1"/>
          </p:nvPr>
        </p:nvSpPr>
        <p:spPr>
          <a:xfrm>
            <a:off x="960119" y="2942252"/>
            <a:ext cx="10266681" cy="3172409"/>
          </a:xfrm>
        </p:spPr>
        <p:txBody>
          <a:bodyPr>
            <a:normAutofit/>
          </a:bodyPr>
          <a:lstStyle/>
          <a:p>
            <a:pPr marL="0" indent="0" algn="l">
              <a:buNone/>
            </a:pPr>
            <a:r>
              <a:rPr lang="en-US" b="0" i="0" dirty="0">
                <a:solidFill>
                  <a:srgbClr val="000000"/>
                </a:solidFill>
                <a:effectLst/>
                <a:latin typeface="Open Sans" panose="020B0606030504020204" pitchFamily="34" charset="0"/>
              </a:rPr>
              <a:t>3. </a:t>
            </a:r>
            <a:r>
              <a:rPr lang="en-US" b="1" i="0" dirty="0">
                <a:solidFill>
                  <a:srgbClr val="000000"/>
                </a:solidFill>
                <a:effectLst/>
                <a:latin typeface="Open Sans" panose="020B0606030504020204" pitchFamily="34" charset="0"/>
              </a:rPr>
              <a:t>Communicate in a timely manner.</a:t>
            </a:r>
            <a:r>
              <a:rPr lang="en-US" b="0" i="0" dirty="0">
                <a:solidFill>
                  <a:srgbClr val="000000"/>
                </a:solidFill>
                <a:effectLst/>
                <a:latin typeface="Open Sans" panose="020B0606030504020204" pitchFamily="34" charset="0"/>
              </a:rPr>
              <a:t> When responding to a client or colleague be conscious of time between responses. When a lapse occurs, expectations may not be met, and this may leave the client or colleague feeling ignored. It can also make a working relationship strained and more difficult.</a:t>
            </a:r>
          </a:p>
          <a:p>
            <a:pPr marL="0" indent="0" algn="l">
              <a:buNone/>
            </a:pPr>
            <a:r>
              <a:rPr lang="en-US" b="0" i="0" dirty="0">
                <a:solidFill>
                  <a:srgbClr val="000000"/>
                </a:solidFill>
                <a:effectLst/>
                <a:latin typeface="Open Sans" panose="020B0606030504020204" pitchFamily="34" charset="0"/>
              </a:rPr>
              <a:t>4. </a:t>
            </a:r>
            <a:r>
              <a:rPr lang="en-US" b="1" i="0" dirty="0">
                <a:solidFill>
                  <a:srgbClr val="000000"/>
                </a:solidFill>
                <a:effectLst/>
                <a:latin typeface="Open Sans" panose="020B0606030504020204" pitchFamily="34" charset="0"/>
              </a:rPr>
              <a:t>Keep to the point</a:t>
            </a:r>
            <a:r>
              <a:rPr lang="en-US" b="0" i="0" dirty="0">
                <a:solidFill>
                  <a:srgbClr val="000000"/>
                </a:solidFill>
                <a:effectLst/>
                <a:latin typeface="Open Sans" panose="020B0606030504020204" pitchFamily="34" charset="0"/>
              </a:rPr>
              <a:t>. Stay on topic with colleagues and clients in conversations and meetings. Straying from the task at hand can lead to a dysfunctional and under-performing working relationship.</a:t>
            </a:r>
          </a:p>
        </p:txBody>
      </p:sp>
    </p:spTree>
    <p:extLst>
      <p:ext uri="{BB962C8B-B14F-4D97-AF65-F5344CB8AC3E}">
        <p14:creationId xmlns:p14="http://schemas.microsoft.com/office/powerpoint/2010/main" val="18335483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CF041BE-2E92-4331-B93A-2EB25A4117E0}"/>
              </a:ext>
            </a:extLst>
          </p:cNvPr>
          <p:cNvSpPr>
            <a:spLocks noGrp="1"/>
          </p:cNvSpPr>
          <p:nvPr>
            <p:ph type="title"/>
          </p:nvPr>
        </p:nvSpPr>
        <p:spPr>
          <a:xfrm>
            <a:off x="960120" y="434101"/>
            <a:ext cx="10800956" cy="1232750"/>
          </a:xfrm>
        </p:spPr>
        <p:txBody>
          <a:bodyPr anchor="b">
            <a:normAutofit fontScale="90000"/>
          </a:bodyPr>
          <a:lstStyle/>
          <a:p>
            <a:r>
              <a:rPr lang="en-US" b="1" i="0" dirty="0">
                <a:solidFill>
                  <a:schemeClr val="tx1"/>
                </a:solidFill>
                <a:effectLst/>
                <a:latin typeface="proxima-nova"/>
              </a:rPr>
              <a:t>Importance of Netiquette for Virtual Employees</a:t>
            </a:r>
            <a:endParaRPr lang="en-US" dirty="0">
              <a:solidFill>
                <a:schemeClr val="tx1"/>
              </a:solidFill>
            </a:endParaRPr>
          </a:p>
        </p:txBody>
      </p:sp>
      <p:sp>
        <p:nvSpPr>
          <p:cNvPr id="5" name="Content Placeholder 4">
            <a:extLst>
              <a:ext uri="{FF2B5EF4-FFF2-40B4-BE49-F238E27FC236}">
                <a16:creationId xmlns:a16="http://schemas.microsoft.com/office/drawing/2014/main" id="{13D4AB04-0E41-4BA8-91A9-3B257CDE2A59}"/>
              </a:ext>
            </a:extLst>
          </p:cNvPr>
          <p:cNvSpPr>
            <a:spLocks noGrp="1"/>
          </p:cNvSpPr>
          <p:nvPr>
            <p:ph idx="1"/>
          </p:nvPr>
        </p:nvSpPr>
        <p:spPr>
          <a:xfrm>
            <a:off x="960119" y="2942252"/>
            <a:ext cx="10266681" cy="3172409"/>
          </a:xfrm>
        </p:spPr>
        <p:txBody>
          <a:bodyPr>
            <a:normAutofit/>
          </a:bodyPr>
          <a:lstStyle/>
          <a:p>
            <a:pPr marL="0" indent="0" algn="l">
              <a:buNone/>
            </a:pPr>
            <a:r>
              <a:rPr lang="en-US" b="0" i="0" dirty="0">
                <a:solidFill>
                  <a:srgbClr val="000000"/>
                </a:solidFill>
                <a:effectLst/>
                <a:latin typeface="Open Sans" panose="020B0606030504020204" pitchFamily="34" charset="0"/>
              </a:rPr>
              <a:t>5. </a:t>
            </a:r>
            <a:r>
              <a:rPr lang="en-US" b="1" i="0" dirty="0">
                <a:solidFill>
                  <a:srgbClr val="000000"/>
                </a:solidFill>
                <a:effectLst/>
                <a:latin typeface="Open Sans" panose="020B0606030504020204" pitchFamily="34" charset="0"/>
              </a:rPr>
              <a:t>Text matters</a:t>
            </a:r>
            <a:r>
              <a:rPr lang="en-US" b="0" i="0" dirty="0">
                <a:solidFill>
                  <a:srgbClr val="000000"/>
                </a:solidFill>
                <a:effectLst/>
                <a:latin typeface="Open Sans" panose="020B0606030504020204" pitchFamily="34" charset="0"/>
              </a:rPr>
              <a:t>. Using inappropriate grammar and capitalization can set an unintended tone when communicating through text. Overuse of capitalization throughout a text can come across as abrasive. It is important to proof text prior to exchanging.</a:t>
            </a:r>
          </a:p>
          <a:p>
            <a:pPr marL="0" indent="0" algn="l">
              <a:buNone/>
            </a:pPr>
            <a:r>
              <a:rPr lang="en-US" b="0" i="0" dirty="0">
                <a:solidFill>
                  <a:srgbClr val="000000"/>
                </a:solidFill>
                <a:effectLst/>
                <a:latin typeface="Open Sans" panose="020B0606030504020204" pitchFamily="34" charset="0"/>
              </a:rPr>
              <a:t>6. </a:t>
            </a:r>
            <a:r>
              <a:rPr lang="en-US" b="1" i="0" dirty="0">
                <a:solidFill>
                  <a:srgbClr val="000000"/>
                </a:solidFill>
                <a:effectLst/>
                <a:latin typeface="Open Sans" panose="020B0606030504020204" pitchFamily="34" charset="0"/>
              </a:rPr>
              <a:t>Acknowledge contributions</a:t>
            </a:r>
            <a:r>
              <a:rPr lang="en-US" b="0" i="0" dirty="0">
                <a:solidFill>
                  <a:srgbClr val="000000"/>
                </a:solidFill>
                <a:effectLst/>
                <a:latin typeface="Open Sans" panose="020B0606030504020204" pitchFamily="34" charset="0"/>
              </a:rPr>
              <a:t>. Be generous with positive feedback to clients and coworkers. This will create trust in the virtual setting and help to develop a more productive environment.</a:t>
            </a:r>
          </a:p>
        </p:txBody>
      </p:sp>
    </p:spTree>
    <p:extLst>
      <p:ext uri="{BB962C8B-B14F-4D97-AF65-F5344CB8AC3E}">
        <p14:creationId xmlns:p14="http://schemas.microsoft.com/office/powerpoint/2010/main" val="40145494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CF041BE-2E92-4331-B93A-2EB25A4117E0}"/>
              </a:ext>
            </a:extLst>
          </p:cNvPr>
          <p:cNvSpPr>
            <a:spLocks noGrp="1"/>
          </p:cNvSpPr>
          <p:nvPr>
            <p:ph type="title"/>
          </p:nvPr>
        </p:nvSpPr>
        <p:spPr>
          <a:xfrm>
            <a:off x="960120" y="434101"/>
            <a:ext cx="10800956" cy="1232750"/>
          </a:xfrm>
        </p:spPr>
        <p:txBody>
          <a:bodyPr anchor="b">
            <a:normAutofit fontScale="90000"/>
          </a:bodyPr>
          <a:lstStyle/>
          <a:p>
            <a:r>
              <a:rPr lang="en-US" b="1" i="0" dirty="0">
                <a:solidFill>
                  <a:schemeClr val="tx1"/>
                </a:solidFill>
                <a:effectLst/>
                <a:latin typeface="proxima-nova"/>
              </a:rPr>
              <a:t>Importance of Netiquette for Virtual Employees</a:t>
            </a:r>
            <a:endParaRPr lang="en-US" dirty="0">
              <a:solidFill>
                <a:schemeClr val="tx1"/>
              </a:solidFill>
            </a:endParaRPr>
          </a:p>
        </p:txBody>
      </p:sp>
      <p:sp>
        <p:nvSpPr>
          <p:cNvPr id="5" name="Content Placeholder 4">
            <a:extLst>
              <a:ext uri="{FF2B5EF4-FFF2-40B4-BE49-F238E27FC236}">
                <a16:creationId xmlns:a16="http://schemas.microsoft.com/office/drawing/2014/main" id="{13D4AB04-0E41-4BA8-91A9-3B257CDE2A59}"/>
              </a:ext>
            </a:extLst>
          </p:cNvPr>
          <p:cNvSpPr>
            <a:spLocks noGrp="1"/>
          </p:cNvSpPr>
          <p:nvPr>
            <p:ph idx="1"/>
          </p:nvPr>
        </p:nvSpPr>
        <p:spPr>
          <a:xfrm>
            <a:off x="960119" y="2942252"/>
            <a:ext cx="10266681" cy="3172409"/>
          </a:xfrm>
        </p:spPr>
        <p:txBody>
          <a:bodyPr>
            <a:normAutofit/>
          </a:bodyPr>
          <a:lstStyle/>
          <a:p>
            <a:pPr marL="0" indent="0" algn="l">
              <a:buNone/>
            </a:pPr>
            <a:r>
              <a:rPr lang="en-US" b="0" i="0" dirty="0">
                <a:solidFill>
                  <a:srgbClr val="000000"/>
                </a:solidFill>
                <a:effectLst/>
                <a:latin typeface="Open Sans" panose="020B0606030504020204" pitchFamily="34" charset="0"/>
              </a:rPr>
              <a:t>7. </a:t>
            </a:r>
            <a:r>
              <a:rPr lang="en-US" b="1" i="0" dirty="0">
                <a:solidFill>
                  <a:srgbClr val="000000"/>
                </a:solidFill>
                <a:effectLst/>
                <a:latin typeface="Open Sans" panose="020B0606030504020204" pitchFamily="34" charset="0"/>
              </a:rPr>
              <a:t>Check for understanding</a:t>
            </a:r>
            <a:r>
              <a:rPr lang="en-US" b="0" i="0" dirty="0">
                <a:solidFill>
                  <a:srgbClr val="000000"/>
                </a:solidFill>
                <a:effectLst/>
                <a:latin typeface="Open Sans" panose="020B0606030504020204" pitchFamily="34" charset="0"/>
              </a:rPr>
              <a:t>. Make time to stop and confirm that all ideas and concepts you are communicating are being grasped. When one does not comprehend, ask which ideas or concepts were missed and try to approach them differently.</a:t>
            </a:r>
          </a:p>
          <a:p>
            <a:pPr marL="0" indent="0" algn="l">
              <a:buNone/>
            </a:pPr>
            <a:r>
              <a:rPr lang="en-US" b="0" i="0" dirty="0">
                <a:solidFill>
                  <a:srgbClr val="000000"/>
                </a:solidFill>
                <a:effectLst/>
                <a:latin typeface="Open Sans" panose="020B0606030504020204" pitchFamily="34" charset="0"/>
              </a:rPr>
              <a:t>8. </a:t>
            </a:r>
            <a:r>
              <a:rPr lang="en-US" b="1" i="0" dirty="0">
                <a:solidFill>
                  <a:srgbClr val="000000"/>
                </a:solidFill>
                <a:effectLst/>
                <a:latin typeface="Open Sans" panose="020B0606030504020204" pitchFamily="34" charset="0"/>
              </a:rPr>
              <a:t>Be a good listener</a:t>
            </a:r>
            <a:r>
              <a:rPr lang="en-US" b="0" i="0" dirty="0">
                <a:solidFill>
                  <a:srgbClr val="000000"/>
                </a:solidFill>
                <a:effectLst/>
                <a:latin typeface="Open Sans" panose="020B0606030504020204" pitchFamily="34" charset="0"/>
              </a:rPr>
              <a:t>. Not only is it important to listen for information being exchanged between yourself and a client or colleague, but it is also important to listen for voice inflection or hesitations. Being able to listen and identify these clues is key in developing a clearer bridge of communication.</a:t>
            </a:r>
          </a:p>
        </p:txBody>
      </p:sp>
    </p:spTree>
    <p:extLst>
      <p:ext uri="{BB962C8B-B14F-4D97-AF65-F5344CB8AC3E}">
        <p14:creationId xmlns:p14="http://schemas.microsoft.com/office/powerpoint/2010/main" val="31538237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CF041BE-2E92-4331-B93A-2EB25A4117E0}"/>
              </a:ext>
            </a:extLst>
          </p:cNvPr>
          <p:cNvSpPr>
            <a:spLocks noGrp="1"/>
          </p:cNvSpPr>
          <p:nvPr>
            <p:ph type="title"/>
          </p:nvPr>
        </p:nvSpPr>
        <p:spPr>
          <a:xfrm>
            <a:off x="960120" y="434101"/>
            <a:ext cx="10800956" cy="1232750"/>
          </a:xfrm>
        </p:spPr>
        <p:txBody>
          <a:bodyPr anchor="b">
            <a:normAutofit fontScale="90000"/>
          </a:bodyPr>
          <a:lstStyle/>
          <a:p>
            <a:r>
              <a:rPr lang="en-US" b="1" i="0" dirty="0">
                <a:solidFill>
                  <a:schemeClr val="tx1"/>
                </a:solidFill>
                <a:effectLst/>
                <a:latin typeface="proxima-nova"/>
              </a:rPr>
              <a:t>Importance of Netiquette for Virtual Employees</a:t>
            </a:r>
            <a:endParaRPr lang="en-US" dirty="0">
              <a:solidFill>
                <a:schemeClr val="tx1"/>
              </a:solidFill>
            </a:endParaRPr>
          </a:p>
        </p:txBody>
      </p:sp>
      <p:sp>
        <p:nvSpPr>
          <p:cNvPr id="5" name="Content Placeholder 4">
            <a:extLst>
              <a:ext uri="{FF2B5EF4-FFF2-40B4-BE49-F238E27FC236}">
                <a16:creationId xmlns:a16="http://schemas.microsoft.com/office/drawing/2014/main" id="{13D4AB04-0E41-4BA8-91A9-3B257CDE2A59}"/>
              </a:ext>
            </a:extLst>
          </p:cNvPr>
          <p:cNvSpPr>
            <a:spLocks noGrp="1"/>
          </p:cNvSpPr>
          <p:nvPr>
            <p:ph idx="1"/>
          </p:nvPr>
        </p:nvSpPr>
        <p:spPr>
          <a:xfrm>
            <a:off x="960119" y="2942252"/>
            <a:ext cx="10266681" cy="3172409"/>
          </a:xfrm>
        </p:spPr>
        <p:txBody>
          <a:bodyPr>
            <a:normAutofit/>
          </a:bodyPr>
          <a:lstStyle/>
          <a:p>
            <a:pPr marL="0" indent="0" algn="l">
              <a:buNone/>
            </a:pPr>
            <a:r>
              <a:rPr lang="en-US" b="0" i="0" dirty="0">
                <a:solidFill>
                  <a:srgbClr val="000000"/>
                </a:solidFill>
                <a:effectLst/>
                <a:latin typeface="Open Sans" panose="020B0606030504020204" pitchFamily="34" charset="0"/>
              </a:rPr>
              <a:t>9. </a:t>
            </a:r>
            <a:r>
              <a:rPr lang="en-US" b="1" i="0" dirty="0">
                <a:solidFill>
                  <a:srgbClr val="000000"/>
                </a:solidFill>
                <a:effectLst/>
                <a:latin typeface="Open Sans" panose="020B0606030504020204" pitchFamily="34" charset="0"/>
              </a:rPr>
              <a:t>Pay attention</a:t>
            </a:r>
            <a:r>
              <a:rPr lang="en-US" b="0" i="0" dirty="0">
                <a:solidFill>
                  <a:srgbClr val="000000"/>
                </a:solidFill>
                <a:effectLst/>
                <a:latin typeface="Open Sans" panose="020B0606030504020204" pitchFamily="34" charset="0"/>
              </a:rPr>
              <a:t>. Be sure to give your undivided attention to all parties during conversations and meetings. This ensures a better use of time and makes it less likely that you will miss key details presented.</a:t>
            </a:r>
          </a:p>
          <a:p>
            <a:pPr marL="0" indent="0" algn="l">
              <a:buNone/>
            </a:pPr>
            <a:r>
              <a:rPr lang="en-US" b="0" i="0" dirty="0">
                <a:solidFill>
                  <a:srgbClr val="000000"/>
                </a:solidFill>
                <a:effectLst/>
                <a:latin typeface="Open Sans" panose="020B0606030504020204" pitchFamily="34" charset="0"/>
              </a:rPr>
              <a:t>10. </a:t>
            </a:r>
            <a:r>
              <a:rPr lang="en-US" b="1" i="0" dirty="0">
                <a:solidFill>
                  <a:srgbClr val="000000"/>
                </a:solidFill>
                <a:effectLst/>
                <a:latin typeface="Open Sans" panose="020B0606030504020204" pitchFamily="34" charset="0"/>
              </a:rPr>
              <a:t>Consensus before conclusion</a:t>
            </a:r>
            <a:r>
              <a:rPr lang="en-US" b="0" i="0" dirty="0">
                <a:solidFill>
                  <a:srgbClr val="000000"/>
                </a:solidFill>
                <a:effectLst/>
                <a:latin typeface="Open Sans" panose="020B0606030504020204" pitchFamily="34" charset="0"/>
              </a:rPr>
              <a:t>. At the end of a conversation, all parties should agree on what progress was made and set a timeline for any additional tasks. It is important to review objectives to ensure that they are all completed.</a:t>
            </a:r>
          </a:p>
        </p:txBody>
      </p:sp>
    </p:spTree>
    <p:extLst>
      <p:ext uri="{BB962C8B-B14F-4D97-AF65-F5344CB8AC3E}">
        <p14:creationId xmlns:p14="http://schemas.microsoft.com/office/powerpoint/2010/main" val="984647912"/>
      </p:ext>
    </p:extLst>
  </p:cSld>
  <p:clrMapOvr>
    <a:masterClrMapping/>
  </p:clrMapOvr>
</p:sld>
</file>

<file path=ppt/theme/theme1.xml><?xml version="1.0" encoding="utf-8"?>
<a:theme xmlns:a="http://schemas.openxmlformats.org/drawingml/2006/main" name="Headlines">
  <a:themeElements>
    <a:clrScheme name="Headlines">
      <a:dk1>
        <a:sysClr val="windowText" lastClr="000000"/>
      </a:dk1>
      <a:lt1>
        <a:sysClr val="window" lastClr="FFFFFF"/>
      </a:lt1>
      <a:dk2>
        <a:srgbClr val="1D1A1D"/>
      </a:dk2>
      <a:lt2>
        <a:srgbClr val="F5F5F5"/>
      </a:lt2>
      <a:accent1>
        <a:srgbClr val="439EB7"/>
      </a:accent1>
      <a:accent2>
        <a:srgbClr val="E28B55"/>
      </a:accent2>
      <a:accent3>
        <a:srgbClr val="DCB64D"/>
      </a:accent3>
      <a:accent4>
        <a:srgbClr val="4CA198"/>
      </a:accent4>
      <a:accent5>
        <a:srgbClr val="835B82"/>
      </a:accent5>
      <a:accent6>
        <a:srgbClr val="645135"/>
      </a:accent6>
      <a:hlink>
        <a:srgbClr val="439EB7"/>
      </a:hlink>
      <a:folHlink>
        <a:srgbClr val="835B8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Headlines">
      <a:fillStyleLst>
        <a:solidFill>
          <a:schemeClr val="phClr"/>
        </a:solidFill>
        <a:solidFill>
          <a:schemeClr val="phClr">
            <a:tint val="67000"/>
            <a:satMod val="105000"/>
          </a:schemeClr>
        </a:solidFill>
        <a:gradFill rotWithShape="1">
          <a:gsLst>
            <a:gs pos="0">
              <a:schemeClr val="phClr">
                <a:tint val="100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6350" cap="flat" cmpd="sng" algn="in">
          <a:solidFill>
            <a:schemeClr val="phClr"/>
          </a:solidFill>
          <a:prstDash val="solid"/>
        </a:ln>
        <a:ln w="12700" cap="flat" cmpd="sng" algn="in">
          <a:solidFill>
            <a:schemeClr val="phClr"/>
          </a:solidFill>
          <a:prstDash val="solid"/>
        </a:ln>
        <a:ln w="19050" cap="flat" cmpd="sng" algn="in">
          <a:solidFill>
            <a:schemeClr val="phClr">
              <a:satMod val="150000"/>
            </a:schemeClr>
          </a:solidFill>
          <a:prstDash val="solid"/>
        </a:ln>
      </a:lnStyleLst>
      <a:effectStyleLst>
        <a:effectStyle>
          <a:effectLst/>
        </a:effectStyle>
        <a:effectStyle>
          <a:effectLst/>
        </a:effectStyle>
        <a:effectStyle>
          <a:effectLst>
            <a:innerShdw blurRad="88900" dist="25400" dir="10800000">
              <a:srgbClr val="000000">
                <a:alpha val="25000"/>
              </a:srgbClr>
            </a:innerShdw>
            <a:outerShdw blurRad="25400" dist="25400" dir="5400000" rotWithShape="0">
              <a:srgbClr val="FFFFFF">
                <a:alpha val="1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adlines" id="{3841520A-25F2-4EB8-BE4C-611DB5ABEED9}" vid="{ECD25A4C-D97E-4C12-84B1-63580BFFAEE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Headlines">
    <a:dk1>
      <a:sysClr val="windowText" lastClr="000000"/>
    </a:dk1>
    <a:lt1>
      <a:sysClr val="window" lastClr="FFFFFF"/>
    </a:lt1>
    <a:dk2>
      <a:srgbClr val="1D1A1D"/>
    </a:dk2>
    <a:lt2>
      <a:srgbClr val="F5F5F5"/>
    </a:lt2>
    <a:accent1>
      <a:srgbClr val="439EB7"/>
    </a:accent1>
    <a:accent2>
      <a:srgbClr val="E28B55"/>
    </a:accent2>
    <a:accent3>
      <a:srgbClr val="DCB64D"/>
    </a:accent3>
    <a:accent4>
      <a:srgbClr val="4CA198"/>
    </a:accent4>
    <a:accent5>
      <a:srgbClr val="835B82"/>
    </a:accent5>
    <a:accent6>
      <a:srgbClr val="645135"/>
    </a:accent6>
    <a:hlink>
      <a:srgbClr val="439EB7"/>
    </a:hlink>
    <a:folHlink>
      <a:srgbClr val="835B82"/>
    </a:folHlink>
  </a:clrScheme>
</a:themeOverride>
</file>

<file path=docProps/app.xml><?xml version="1.0" encoding="utf-8"?>
<Properties xmlns="http://schemas.openxmlformats.org/officeDocument/2006/extended-properties" xmlns:vt="http://schemas.openxmlformats.org/officeDocument/2006/docPropsVTypes">
  <Template>Headlines</Template>
  <TotalTime>300</TotalTime>
  <Words>1283</Words>
  <Application>Microsoft Office PowerPoint</Application>
  <PresentationFormat>Widescreen</PresentationFormat>
  <Paragraphs>79</Paragraphs>
  <Slides>24</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Arial</vt:lpstr>
      <vt:lpstr>Calibri</vt:lpstr>
      <vt:lpstr>Calibri Light</vt:lpstr>
      <vt:lpstr>Corbel</vt:lpstr>
      <vt:lpstr>Open Sans</vt:lpstr>
      <vt:lpstr>proxima-nova</vt:lpstr>
      <vt:lpstr>Roboto</vt:lpstr>
      <vt:lpstr>Headlines</vt:lpstr>
      <vt:lpstr>Professional ethics</vt:lpstr>
      <vt:lpstr>Learning Outcomes:</vt:lpstr>
      <vt:lpstr>Netiquette </vt:lpstr>
      <vt:lpstr>Netiquette</vt:lpstr>
      <vt:lpstr>Virginia Shea </vt:lpstr>
      <vt:lpstr>Virginia Shea’s Rules of Netiquette</vt:lpstr>
      <vt:lpstr>Virginia Shea’s Rules of Netiquette</vt:lpstr>
      <vt:lpstr>Are we following this rules as we enter the cyberspace?</vt:lpstr>
      <vt:lpstr>1. Make sure identification is clear in all communications. Begin with a salutation (“hi, Jason!”) And end with your signature (“hannah kay, criminology 101”).  </vt:lpstr>
      <vt:lpstr>2. Review what you wrote and try to interpret it objectively. When we speak face to face and are misunderstood, we have an on-the-spot opportunity to rephrase our words. In writing, we must strive twice as hard to be understood, as we do not have the benefit of modifying or elaborating in real time. All caps (“I’M SHOUTING”) and exclamation points (“give me a break!!!”) Can be misinterpreted as intense anger or humor without the appropriate context.</vt:lpstr>
      <vt:lpstr>3. If you wouldn’t say it face to face, don’t say it online. When you’re working online, you’re safe behind a screen, but that’s no excuse to be ill-mannered or say things you would never say in public.</vt:lpstr>
      <vt:lpstr>4. Don’t assume everyone understands where you’re coming from. Sarcasm and wit is often the spice of in-person conversation, but in online discussion, it can not only lose its edge, but it can also bite! In your high school classroom, all students were the same age, came from similar backgrounds and lived in the same area. In contrast, your online classroom is made up of people of all ages and cultures who have varied backgrounds, lifestyles and geographic locations. Review what you wrote before contributing to the conversation and ask yourself, “Will everyone get the joke?” </vt:lpstr>
      <vt:lpstr>5. Don’t spam. Please don’t take advantage of your connection with the other students in your online classroom to forward emails and links regarding your political/spiritual beliefs or to sell your services.</vt:lpstr>
      <vt:lpstr>6. Use emoticons. In casual chatroom settings, emoticons can help convey feelings that may otherwise get lost in translation, including humor, exasperation, exhaustion and even confusion.    </vt:lpstr>
      <vt:lpstr>7. Respect others’ privacy. Don’t give out another student’s personal email address without permission.</vt:lpstr>
      <vt:lpstr>8. Remember, if it’s on the internet, it’s everywhere. Don’t share personal information about yourself in a public online forum, especially something that could put your safety or security at risk.</vt:lpstr>
      <vt:lpstr>9. Follow the rules. Just as your online college posts guidelines related to academic integrity and student expectations, online forums also have rules of conduct. Make a point to read them every time, as they can vary from class to class.</vt:lpstr>
      <vt:lpstr>10. Forgive and forget. If you’re offended by something another student says online, keep in mind that you may have misunderstood their intentions. Give them the benefit of the doubt.</vt:lpstr>
      <vt:lpstr>Importance of Netiquette for Virtual Employees </vt:lpstr>
      <vt:lpstr>Importance of Netiquette for Virtual Employees</vt:lpstr>
      <vt:lpstr>Importance of Netiquette for Virtual Employees</vt:lpstr>
      <vt:lpstr>Importance of Netiquette for Virtual Employees</vt:lpstr>
      <vt:lpstr>Importance of Netiquette for Virtual Employees</vt:lpstr>
      <vt:lpstr>Importance of Netiquette for Virtual Employees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ethics</dc:title>
  <dc:creator>joemen barrios</dc:creator>
  <cp:lastModifiedBy>joemen barrios</cp:lastModifiedBy>
  <cp:revision>46</cp:revision>
  <dcterms:created xsi:type="dcterms:W3CDTF">2019-02-06T16:11:23Z</dcterms:created>
  <dcterms:modified xsi:type="dcterms:W3CDTF">2022-06-27T04:47:58Z</dcterms:modified>
</cp:coreProperties>
</file>